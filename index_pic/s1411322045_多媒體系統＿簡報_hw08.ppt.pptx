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D9AFFF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3C126A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D9AFFF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rgbClr val="3C126A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D9AFFF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0" i="0">
                <a:solidFill>
                  <a:srgbClr val="D9AFFF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256125" y="-307911"/>
            <a:ext cx="693419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0" i="0">
                <a:solidFill>
                  <a:srgbClr val="D9AFFF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58783" y="3513674"/>
            <a:ext cx="8226425" cy="3740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3C126A"/>
                </a:solidFill>
                <a:latin typeface="SimSun"/>
                <a:cs typeface="SimSu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3237450" y="2113447"/>
              <a:ext cx="12276455" cy="6621145"/>
            </a:xfrm>
            <a:custGeom>
              <a:avLst/>
              <a:gdLst/>
              <a:ahLst/>
              <a:cxnLst/>
              <a:rect l="l" t="t" r="r" b="b"/>
              <a:pathLst>
                <a:path w="12276455" h="6621145">
                  <a:moveTo>
                    <a:pt x="11780964" y="6620778"/>
                  </a:moveTo>
                  <a:lnTo>
                    <a:pt x="495300" y="6620778"/>
                  </a:lnTo>
                  <a:lnTo>
                    <a:pt x="447599" y="6618511"/>
                  </a:lnTo>
                  <a:lnTo>
                    <a:pt x="401181" y="6611847"/>
                  </a:lnTo>
                  <a:lnTo>
                    <a:pt x="356254" y="6600995"/>
                  </a:lnTo>
                  <a:lnTo>
                    <a:pt x="313024" y="6586161"/>
                  </a:lnTo>
                  <a:lnTo>
                    <a:pt x="271700" y="6567554"/>
                  </a:lnTo>
                  <a:lnTo>
                    <a:pt x="232490" y="6545381"/>
                  </a:lnTo>
                  <a:lnTo>
                    <a:pt x="195599" y="6519849"/>
                  </a:lnTo>
                  <a:lnTo>
                    <a:pt x="161238" y="6491166"/>
                  </a:lnTo>
                  <a:lnTo>
                    <a:pt x="129611" y="6459540"/>
                  </a:lnTo>
                  <a:lnTo>
                    <a:pt x="100929" y="6425178"/>
                  </a:lnTo>
                  <a:lnTo>
                    <a:pt x="75397" y="6388288"/>
                  </a:lnTo>
                  <a:lnTo>
                    <a:pt x="53224" y="6349077"/>
                  </a:lnTo>
                  <a:lnTo>
                    <a:pt x="34617" y="6307753"/>
                  </a:lnTo>
                  <a:lnTo>
                    <a:pt x="19783" y="6264524"/>
                  </a:lnTo>
                  <a:lnTo>
                    <a:pt x="8931" y="6219597"/>
                  </a:lnTo>
                  <a:lnTo>
                    <a:pt x="2267" y="6173179"/>
                  </a:lnTo>
                  <a:lnTo>
                    <a:pt x="0" y="6125478"/>
                  </a:lnTo>
                  <a:lnTo>
                    <a:pt x="0" y="495300"/>
                  </a:lnTo>
                  <a:lnTo>
                    <a:pt x="2267" y="447599"/>
                  </a:lnTo>
                  <a:lnTo>
                    <a:pt x="8931" y="401181"/>
                  </a:lnTo>
                  <a:lnTo>
                    <a:pt x="19783" y="356254"/>
                  </a:lnTo>
                  <a:lnTo>
                    <a:pt x="34617" y="313024"/>
                  </a:lnTo>
                  <a:lnTo>
                    <a:pt x="53224" y="271700"/>
                  </a:lnTo>
                  <a:lnTo>
                    <a:pt x="75397" y="232489"/>
                  </a:lnTo>
                  <a:lnTo>
                    <a:pt x="100929" y="195599"/>
                  </a:lnTo>
                  <a:lnTo>
                    <a:pt x="129611" y="161237"/>
                  </a:lnTo>
                  <a:lnTo>
                    <a:pt x="161238" y="129611"/>
                  </a:lnTo>
                  <a:lnTo>
                    <a:pt x="195599" y="100929"/>
                  </a:lnTo>
                  <a:lnTo>
                    <a:pt x="232490" y="75397"/>
                  </a:lnTo>
                  <a:lnTo>
                    <a:pt x="271700" y="53224"/>
                  </a:lnTo>
                  <a:lnTo>
                    <a:pt x="313024" y="34616"/>
                  </a:lnTo>
                  <a:lnTo>
                    <a:pt x="356254" y="19783"/>
                  </a:lnTo>
                  <a:lnTo>
                    <a:pt x="401181" y="8931"/>
                  </a:lnTo>
                  <a:lnTo>
                    <a:pt x="447599" y="2267"/>
                  </a:lnTo>
                  <a:lnTo>
                    <a:pt x="495300" y="0"/>
                  </a:lnTo>
                  <a:lnTo>
                    <a:pt x="11780964" y="0"/>
                  </a:lnTo>
                  <a:lnTo>
                    <a:pt x="11828665" y="2267"/>
                  </a:lnTo>
                  <a:lnTo>
                    <a:pt x="11875083" y="8931"/>
                  </a:lnTo>
                  <a:lnTo>
                    <a:pt x="11920010" y="19783"/>
                  </a:lnTo>
                  <a:lnTo>
                    <a:pt x="11963240" y="34616"/>
                  </a:lnTo>
                  <a:lnTo>
                    <a:pt x="12004564" y="53224"/>
                  </a:lnTo>
                  <a:lnTo>
                    <a:pt x="12043774" y="75397"/>
                  </a:lnTo>
                  <a:lnTo>
                    <a:pt x="12080664" y="100929"/>
                  </a:lnTo>
                  <a:lnTo>
                    <a:pt x="12115026" y="129611"/>
                  </a:lnTo>
                  <a:lnTo>
                    <a:pt x="12146652" y="161237"/>
                  </a:lnTo>
                  <a:lnTo>
                    <a:pt x="12175335" y="195599"/>
                  </a:lnTo>
                  <a:lnTo>
                    <a:pt x="12200867" y="232489"/>
                  </a:lnTo>
                  <a:lnTo>
                    <a:pt x="12223040" y="271700"/>
                  </a:lnTo>
                  <a:lnTo>
                    <a:pt x="12241647" y="313024"/>
                  </a:lnTo>
                  <a:lnTo>
                    <a:pt x="12256481" y="356254"/>
                  </a:lnTo>
                  <a:lnTo>
                    <a:pt x="12267333" y="401181"/>
                  </a:lnTo>
                  <a:lnTo>
                    <a:pt x="12273997" y="447599"/>
                  </a:lnTo>
                  <a:lnTo>
                    <a:pt x="12276264" y="495300"/>
                  </a:lnTo>
                  <a:lnTo>
                    <a:pt x="12276264" y="6125478"/>
                  </a:lnTo>
                  <a:lnTo>
                    <a:pt x="12273997" y="6173179"/>
                  </a:lnTo>
                  <a:lnTo>
                    <a:pt x="12267333" y="6219597"/>
                  </a:lnTo>
                  <a:lnTo>
                    <a:pt x="12256481" y="6264524"/>
                  </a:lnTo>
                  <a:lnTo>
                    <a:pt x="12241647" y="6307753"/>
                  </a:lnTo>
                  <a:lnTo>
                    <a:pt x="12223040" y="6349077"/>
                  </a:lnTo>
                  <a:lnTo>
                    <a:pt x="12200867" y="6388288"/>
                  </a:lnTo>
                  <a:lnTo>
                    <a:pt x="12175335" y="6425178"/>
                  </a:lnTo>
                  <a:lnTo>
                    <a:pt x="12146652" y="6459540"/>
                  </a:lnTo>
                  <a:lnTo>
                    <a:pt x="12115026" y="6491166"/>
                  </a:lnTo>
                  <a:lnTo>
                    <a:pt x="12080664" y="6519849"/>
                  </a:lnTo>
                  <a:lnTo>
                    <a:pt x="12043774" y="6545381"/>
                  </a:lnTo>
                  <a:lnTo>
                    <a:pt x="12004564" y="6567554"/>
                  </a:lnTo>
                  <a:lnTo>
                    <a:pt x="11963240" y="6586161"/>
                  </a:lnTo>
                  <a:lnTo>
                    <a:pt x="11920010" y="6600995"/>
                  </a:lnTo>
                  <a:lnTo>
                    <a:pt x="11875083" y="6611847"/>
                  </a:lnTo>
                  <a:lnTo>
                    <a:pt x="11828665" y="6618511"/>
                  </a:lnTo>
                  <a:lnTo>
                    <a:pt x="11780964" y="6620778"/>
                  </a:lnTo>
                  <a:close/>
                </a:path>
              </a:pathLst>
            </a:custGeom>
            <a:solidFill>
              <a:srgbClr val="FF00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957113" y="1747791"/>
              <a:ext cx="12362815" cy="6791959"/>
            </a:xfrm>
            <a:custGeom>
              <a:avLst/>
              <a:gdLst/>
              <a:ahLst/>
              <a:cxnLst/>
              <a:rect l="l" t="t" r="r" b="b"/>
              <a:pathLst>
                <a:path w="12362815" h="6791959">
                  <a:moveTo>
                    <a:pt x="11773696" y="6791417"/>
                  </a:moveTo>
                  <a:lnTo>
                    <a:pt x="600075" y="6791417"/>
                  </a:lnTo>
                  <a:lnTo>
                    <a:pt x="552559" y="6789534"/>
                  </a:lnTo>
                  <a:lnTo>
                    <a:pt x="505636" y="6783941"/>
                  </a:lnTo>
                  <a:lnTo>
                    <a:pt x="459506" y="6774722"/>
                  </a:lnTo>
                  <a:lnTo>
                    <a:pt x="414373" y="6761960"/>
                  </a:lnTo>
                  <a:lnTo>
                    <a:pt x="370436" y="6745739"/>
                  </a:lnTo>
                  <a:lnTo>
                    <a:pt x="327897" y="6726141"/>
                  </a:lnTo>
                  <a:lnTo>
                    <a:pt x="286959" y="6703251"/>
                  </a:lnTo>
                  <a:lnTo>
                    <a:pt x="247822" y="6677152"/>
                  </a:lnTo>
                  <a:lnTo>
                    <a:pt x="210687" y="6647927"/>
                  </a:lnTo>
                  <a:lnTo>
                    <a:pt x="175757" y="6615660"/>
                  </a:lnTo>
                  <a:lnTo>
                    <a:pt x="143490" y="6580730"/>
                  </a:lnTo>
                  <a:lnTo>
                    <a:pt x="114265" y="6543595"/>
                  </a:lnTo>
                  <a:lnTo>
                    <a:pt x="88165" y="6504458"/>
                  </a:lnTo>
                  <a:lnTo>
                    <a:pt x="65275" y="6463520"/>
                  </a:lnTo>
                  <a:lnTo>
                    <a:pt x="45678" y="6420981"/>
                  </a:lnTo>
                  <a:lnTo>
                    <a:pt x="29456" y="6377045"/>
                  </a:lnTo>
                  <a:lnTo>
                    <a:pt x="16694" y="6331911"/>
                  </a:lnTo>
                  <a:lnTo>
                    <a:pt x="7475" y="6285782"/>
                  </a:lnTo>
                  <a:lnTo>
                    <a:pt x="1882" y="6238858"/>
                  </a:lnTo>
                  <a:lnTo>
                    <a:pt x="0" y="6191343"/>
                  </a:lnTo>
                  <a:lnTo>
                    <a:pt x="0" y="600074"/>
                  </a:lnTo>
                  <a:lnTo>
                    <a:pt x="1882" y="552559"/>
                  </a:lnTo>
                  <a:lnTo>
                    <a:pt x="7475" y="505635"/>
                  </a:lnTo>
                  <a:lnTo>
                    <a:pt x="16694" y="459506"/>
                  </a:lnTo>
                  <a:lnTo>
                    <a:pt x="29456" y="414373"/>
                  </a:lnTo>
                  <a:lnTo>
                    <a:pt x="45678" y="370436"/>
                  </a:lnTo>
                  <a:lnTo>
                    <a:pt x="65275" y="327897"/>
                  </a:lnTo>
                  <a:lnTo>
                    <a:pt x="88165" y="286959"/>
                  </a:lnTo>
                  <a:lnTo>
                    <a:pt x="114265" y="247822"/>
                  </a:lnTo>
                  <a:lnTo>
                    <a:pt x="143490" y="210687"/>
                  </a:lnTo>
                  <a:lnTo>
                    <a:pt x="175757" y="175757"/>
                  </a:lnTo>
                  <a:lnTo>
                    <a:pt x="210687" y="143490"/>
                  </a:lnTo>
                  <a:lnTo>
                    <a:pt x="247822" y="114265"/>
                  </a:lnTo>
                  <a:lnTo>
                    <a:pt x="286959" y="88165"/>
                  </a:lnTo>
                  <a:lnTo>
                    <a:pt x="327897" y="65275"/>
                  </a:lnTo>
                  <a:lnTo>
                    <a:pt x="370436" y="45678"/>
                  </a:lnTo>
                  <a:lnTo>
                    <a:pt x="414373" y="29456"/>
                  </a:lnTo>
                  <a:lnTo>
                    <a:pt x="459506" y="16694"/>
                  </a:lnTo>
                  <a:lnTo>
                    <a:pt x="505636" y="7475"/>
                  </a:lnTo>
                  <a:lnTo>
                    <a:pt x="552559" y="1882"/>
                  </a:lnTo>
                  <a:lnTo>
                    <a:pt x="600075" y="0"/>
                  </a:lnTo>
                  <a:lnTo>
                    <a:pt x="11773696" y="0"/>
                  </a:lnTo>
                  <a:lnTo>
                    <a:pt x="11821212" y="1882"/>
                  </a:lnTo>
                  <a:lnTo>
                    <a:pt x="11868135" y="7475"/>
                  </a:lnTo>
                  <a:lnTo>
                    <a:pt x="11914264" y="16694"/>
                  </a:lnTo>
                  <a:lnTo>
                    <a:pt x="11959398" y="29456"/>
                  </a:lnTo>
                  <a:lnTo>
                    <a:pt x="12003335" y="45678"/>
                  </a:lnTo>
                  <a:lnTo>
                    <a:pt x="12045873" y="65275"/>
                  </a:lnTo>
                  <a:lnTo>
                    <a:pt x="12086812" y="88165"/>
                  </a:lnTo>
                  <a:lnTo>
                    <a:pt x="12125949" y="114265"/>
                  </a:lnTo>
                  <a:lnTo>
                    <a:pt x="12163083" y="143490"/>
                  </a:lnTo>
                  <a:lnTo>
                    <a:pt x="12198013" y="175757"/>
                  </a:lnTo>
                  <a:lnTo>
                    <a:pt x="12230280" y="210687"/>
                  </a:lnTo>
                  <a:lnTo>
                    <a:pt x="12259506" y="247822"/>
                  </a:lnTo>
                  <a:lnTo>
                    <a:pt x="12285605" y="286959"/>
                  </a:lnTo>
                  <a:lnTo>
                    <a:pt x="12308495" y="327897"/>
                  </a:lnTo>
                  <a:lnTo>
                    <a:pt x="12328093" y="370436"/>
                  </a:lnTo>
                  <a:lnTo>
                    <a:pt x="12344315" y="414373"/>
                  </a:lnTo>
                  <a:lnTo>
                    <a:pt x="12357077" y="459506"/>
                  </a:lnTo>
                  <a:lnTo>
                    <a:pt x="12362502" y="486653"/>
                  </a:lnTo>
                  <a:lnTo>
                    <a:pt x="12362502" y="6304764"/>
                  </a:lnTo>
                  <a:lnTo>
                    <a:pt x="12344315" y="6377045"/>
                  </a:lnTo>
                  <a:lnTo>
                    <a:pt x="12328093" y="6420981"/>
                  </a:lnTo>
                  <a:lnTo>
                    <a:pt x="12308495" y="6463520"/>
                  </a:lnTo>
                  <a:lnTo>
                    <a:pt x="12285605" y="6504458"/>
                  </a:lnTo>
                  <a:lnTo>
                    <a:pt x="12259506" y="6543595"/>
                  </a:lnTo>
                  <a:lnTo>
                    <a:pt x="12230280" y="6580730"/>
                  </a:lnTo>
                  <a:lnTo>
                    <a:pt x="12198013" y="6615660"/>
                  </a:lnTo>
                  <a:lnTo>
                    <a:pt x="12163083" y="6647927"/>
                  </a:lnTo>
                  <a:lnTo>
                    <a:pt x="12125949" y="6677152"/>
                  </a:lnTo>
                  <a:lnTo>
                    <a:pt x="12086812" y="6703251"/>
                  </a:lnTo>
                  <a:lnTo>
                    <a:pt x="12045873" y="6726141"/>
                  </a:lnTo>
                  <a:lnTo>
                    <a:pt x="12003335" y="6745739"/>
                  </a:lnTo>
                  <a:lnTo>
                    <a:pt x="11959398" y="6761960"/>
                  </a:lnTo>
                  <a:lnTo>
                    <a:pt x="11914264" y="6774722"/>
                  </a:lnTo>
                  <a:lnTo>
                    <a:pt x="11868135" y="6783941"/>
                  </a:lnTo>
                  <a:lnTo>
                    <a:pt x="11821212" y="6789534"/>
                  </a:lnTo>
                  <a:lnTo>
                    <a:pt x="11773696" y="6791417"/>
                  </a:lnTo>
                  <a:close/>
                </a:path>
              </a:pathLst>
            </a:custGeom>
            <a:solidFill>
              <a:srgbClr val="FFF0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957113" y="1747788"/>
              <a:ext cx="12372975" cy="6791325"/>
            </a:xfrm>
            <a:custGeom>
              <a:avLst/>
              <a:gdLst/>
              <a:ahLst/>
              <a:cxnLst/>
              <a:rect l="l" t="t" r="r" b="b"/>
              <a:pathLst>
                <a:path w="12372975" h="6791325">
                  <a:moveTo>
                    <a:pt x="12372910" y="6211468"/>
                  </a:moveTo>
                  <a:lnTo>
                    <a:pt x="12366308" y="6285721"/>
                  </a:lnTo>
                  <a:lnTo>
                    <a:pt x="12357091" y="6331861"/>
                  </a:lnTo>
                  <a:lnTo>
                    <a:pt x="12344330" y="6377005"/>
                  </a:lnTo>
                  <a:lnTo>
                    <a:pt x="12328107" y="6420952"/>
                  </a:lnTo>
                  <a:lnTo>
                    <a:pt x="12308507" y="6463501"/>
                  </a:lnTo>
                  <a:lnTo>
                    <a:pt x="12285612" y="6504449"/>
                  </a:lnTo>
                  <a:lnTo>
                    <a:pt x="12259507" y="6543595"/>
                  </a:lnTo>
                  <a:lnTo>
                    <a:pt x="12230275" y="6580737"/>
                  </a:lnTo>
                  <a:lnTo>
                    <a:pt x="12197999" y="6615674"/>
                  </a:lnTo>
                  <a:lnTo>
                    <a:pt x="12163060" y="6647947"/>
                  </a:lnTo>
                  <a:lnTo>
                    <a:pt x="12125915" y="6677176"/>
                  </a:lnTo>
                  <a:lnTo>
                    <a:pt x="12086768" y="6703277"/>
                  </a:lnTo>
                  <a:lnTo>
                    <a:pt x="12045819" y="6726168"/>
                  </a:lnTo>
                  <a:lnTo>
                    <a:pt x="12003270" y="6745764"/>
                  </a:lnTo>
                  <a:lnTo>
                    <a:pt x="11959323" y="6761983"/>
                  </a:lnTo>
                  <a:lnTo>
                    <a:pt x="11914180" y="6774741"/>
                  </a:lnTo>
                  <a:lnTo>
                    <a:pt x="11868042" y="6783954"/>
                  </a:lnTo>
                  <a:lnTo>
                    <a:pt x="11821110" y="6789540"/>
                  </a:lnTo>
                  <a:lnTo>
                    <a:pt x="11773592" y="6791326"/>
                  </a:lnTo>
                  <a:lnTo>
                    <a:pt x="600124" y="6791328"/>
                  </a:lnTo>
                  <a:lnTo>
                    <a:pt x="552597" y="6789540"/>
                  </a:lnTo>
                  <a:lnTo>
                    <a:pt x="505667" y="6783949"/>
                  </a:lnTo>
                  <a:lnTo>
                    <a:pt x="459530" y="6774731"/>
                  </a:lnTo>
                  <a:lnTo>
                    <a:pt x="414388" y="6761968"/>
                  </a:lnTo>
                  <a:lnTo>
                    <a:pt x="370444" y="6745744"/>
                  </a:lnTo>
                  <a:lnTo>
                    <a:pt x="327899" y="6726144"/>
                  </a:lnTo>
                  <a:lnTo>
                    <a:pt x="286954" y="6703250"/>
                  </a:lnTo>
                  <a:lnTo>
                    <a:pt x="247811" y="6677145"/>
                  </a:lnTo>
                  <a:lnTo>
                    <a:pt x="210672" y="6647914"/>
                  </a:lnTo>
                  <a:lnTo>
                    <a:pt x="175737" y="6615640"/>
                  </a:lnTo>
                  <a:lnTo>
                    <a:pt x="143467" y="6580703"/>
                  </a:lnTo>
                  <a:lnTo>
                    <a:pt x="114241" y="6543561"/>
                  </a:lnTo>
                  <a:lnTo>
                    <a:pt x="88141" y="6504416"/>
                  </a:lnTo>
                  <a:lnTo>
                    <a:pt x="65251" y="6463470"/>
                  </a:lnTo>
                  <a:lnTo>
                    <a:pt x="45656" y="6420924"/>
                  </a:lnTo>
                  <a:lnTo>
                    <a:pt x="29437" y="6376980"/>
                  </a:lnTo>
                  <a:lnTo>
                    <a:pt x="16679" y="6331840"/>
                  </a:lnTo>
                  <a:lnTo>
                    <a:pt x="7465" y="6285705"/>
                  </a:lnTo>
                  <a:lnTo>
                    <a:pt x="1879" y="6238776"/>
                  </a:lnTo>
                  <a:lnTo>
                    <a:pt x="0" y="6191259"/>
                  </a:lnTo>
                  <a:lnTo>
                    <a:pt x="0" y="600066"/>
                  </a:lnTo>
                  <a:lnTo>
                    <a:pt x="1884" y="552546"/>
                  </a:lnTo>
                  <a:lnTo>
                    <a:pt x="7478" y="505620"/>
                  </a:lnTo>
                  <a:lnTo>
                    <a:pt x="16700" y="459487"/>
                  </a:lnTo>
                  <a:lnTo>
                    <a:pt x="29465" y="414351"/>
                  </a:lnTo>
                  <a:lnTo>
                    <a:pt x="45689" y="370412"/>
                  </a:lnTo>
                  <a:lnTo>
                    <a:pt x="65291" y="327872"/>
                  </a:lnTo>
                  <a:lnTo>
                    <a:pt x="88185" y="286932"/>
                  </a:lnTo>
                  <a:lnTo>
                    <a:pt x="114288" y="247794"/>
                  </a:lnTo>
                  <a:lnTo>
                    <a:pt x="143517" y="210660"/>
                  </a:lnTo>
                  <a:lnTo>
                    <a:pt x="175788" y="175731"/>
                  </a:lnTo>
                  <a:lnTo>
                    <a:pt x="210722" y="143464"/>
                  </a:lnTo>
                  <a:lnTo>
                    <a:pt x="247860" y="114241"/>
                  </a:lnTo>
                  <a:lnTo>
                    <a:pt x="287000" y="88144"/>
                  </a:lnTo>
                  <a:lnTo>
                    <a:pt x="327942" y="65257"/>
                  </a:lnTo>
                  <a:lnTo>
                    <a:pt x="370482" y="45662"/>
                  </a:lnTo>
                  <a:lnTo>
                    <a:pt x="414421" y="29444"/>
                  </a:lnTo>
                  <a:lnTo>
                    <a:pt x="459556" y="16686"/>
                  </a:lnTo>
                  <a:lnTo>
                    <a:pt x="505686" y="7471"/>
                  </a:lnTo>
                  <a:lnTo>
                    <a:pt x="552609" y="1882"/>
                  </a:lnTo>
                  <a:lnTo>
                    <a:pt x="600124" y="0"/>
                  </a:lnTo>
                  <a:lnTo>
                    <a:pt x="11773592" y="1"/>
                  </a:lnTo>
                  <a:lnTo>
                    <a:pt x="11821108" y="1872"/>
                  </a:lnTo>
                  <a:lnTo>
                    <a:pt x="11868033" y="7457"/>
                  </a:lnTo>
                  <a:lnTo>
                    <a:pt x="11914166" y="16668"/>
                  </a:lnTo>
                  <a:lnTo>
                    <a:pt x="11959304" y="29423"/>
                  </a:lnTo>
                  <a:lnTo>
                    <a:pt x="12003246" y="45639"/>
                  </a:lnTo>
                  <a:lnTo>
                    <a:pt x="12045791" y="65231"/>
                  </a:lnTo>
                  <a:lnTo>
                    <a:pt x="12086736" y="88117"/>
                  </a:lnTo>
                  <a:lnTo>
                    <a:pt x="12125881" y="114213"/>
                  </a:lnTo>
                  <a:lnTo>
                    <a:pt x="12163023" y="143437"/>
                  </a:lnTo>
                  <a:lnTo>
                    <a:pt x="12197961" y="175703"/>
                  </a:lnTo>
                  <a:lnTo>
                    <a:pt x="12230237" y="210634"/>
                  </a:lnTo>
                  <a:lnTo>
                    <a:pt x="12259470" y="247770"/>
                  </a:lnTo>
                  <a:lnTo>
                    <a:pt x="12285577" y="286911"/>
                  </a:lnTo>
                  <a:lnTo>
                    <a:pt x="12308474" y="327854"/>
                  </a:lnTo>
                  <a:lnTo>
                    <a:pt x="12328078" y="370397"/>
                  </a:lnTo>
                  <a:lnTo>
                    <a:pt x="12344305" y="414340"/>
                  </a:lnTo>
                  <a:lnTo>
                    <a:pt x="12357071" y="459481"/>
                  </a:lnTo>
                  <a:lnTo>
                    <a:pt x="12366293" y="505617"/>
                  </a:lnTo>
                  <a:lnTo>
                    <a:pt x="12371888" y="552549"/>
                  </a:lnTo>
                  <a:lnTo>
                    <a:pt x="12372863" y="579955"/>
                  </a:lnTo>
                </a:path>
              </a:pathLst>
            </a:custGeom>
            <a:ln w="24764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957113" y="1747791"/>
              <a:ext cx="12373610" cy="1160780"/>
            </a:xfrm>
            <a:custGeom>
              <a:avLst/>
              <a:gdLst/>
              <a:ahLst/>
              <a:cxnLst/>
              <a:rect l="l" t="t" r="r" b="b"/>
              <a:pathLst>
                <a:path w="12373610" h="1160780">
                  <a:moveTo>
                    <a:pt x="12078496" y="1160309"/>
                  </a:moveTo>
                  <a:lnTo>
                    <a:pt x="295275" y="1160309"/>
                  </a:lnTo>
                  <a:lnTo>
                    <a:pt x="248804" y="1156631"/>
                  </a:lnTo>
                  <a:lnTo>
                    <a:pt x="203897" y="1145815"/>
                  </a:lnTo>
                  <a:lnTo>
                    <a:pt x="161346" y="1128189"/>
                  </a:lnTo>
                  <a:lnTo>
                    <a:pt x="121944" y="1104083"/>
                  </a:lnTo>
                  <a:lnTo>
                    <a:pt x="86484" y="1073825"/>
                  </a:lnTo>
                  <a:lnTo>
                    <a:pt x="56225" y="1038365"/>
                  </a:lnTo>
                  <a:lnTo>
                    <a:pt x="32119" y="998963"/>
                  </a:lnTo>
                  <a:lnTo>
                    <a:pt x="14494" y="956411"/>
                  </a:lnTo>
                  <a:lnTo>
                    <a:pt x="3678" y="911504"/>
                  </a:lnTo>
                  <a:lnTo>
                    <a:pt x="0" y="865034"/>
                  </a:lnTo>
                  <a:lnTo>
                    <a:pt x="0" y="295274"/>
                  </a:lnTo>
                  <a:lnTo>
                    <a:pt x="3678" y="248804"/>
                  </a:lnTo>
                  <a:lnTo>
                    <a:pt x="14494" y="203897"/>
                  </a:lnTo>
                  <a:lnTo>
                    <a:pt x="32119" y="161346"/>
                  </a:lnTo>
                  <a:lnTo>
                    <a:pt x="56225" y="121944"/>
                  </a:lnTo>
                  <a:lnTo>
                    <a:pt x="86484" y="86484"/>
                  </a:lnTo>
                  <a:lnTo>
                    <a:pt x="121944" y="56225"/>
                  </a:lnTo>
                  <a:lnTo>
                    <a:pt x="161346" y="32119"/>
                  </a:lnTo>
                  <a:lnTo>
                    <a:pt x="203897" y="14494"/>
                  </a:lnTo>
                  <a:lnTo>
                    <a:pt x="248804" y="3678"/>
                  </a:lnTo>
                  <a:lnTo>
                    <a:pt x="295275" y="0"/>
                  </a:lnTo>
                  <a:lnTo>
                    <a:pt x="12078496" y="0"/>
                  </a:lnTo>
                  <a:lnTo>
                    <a:pt x="12124966" y="3678"/>
                  </a:lnTo>
                  <a:lnTo>
                    <a:pt x="12169873" y="14494"/>
                  </a:lnTo>
                  <a:lnTo>
                    <a:pt x="12212424" y="32119"/>
                  </a:lnTo>
                  <a:lnTo>
                    <a:pt x="12251826" y="56225"/>
                  </a:lnTo>
                  <a:lnTo>
                    <a:pt x="12287286" y="86484"/>
                  </a:lnTo>
                  <a:lnTo>
                    <a:pt x="12317545" y="121944"/>
                  </a:lnTo>
                  <a:lnTo>
                    <a:pt x="12341651" y="161346"/>
                  </a:lnTo>
                  <a:lnTo>
                    <a:pt x="12359276" y="203897"/>
                  </a:lnTo>
                  <a:lnTo>
                    <a:pt x="12370092" y="248804"/>
                  </a:lnTo>
                  <a:lnTo>
                    <a:pt x="12373614" y="293290"/>
                  </a:lnTo>
                  <a:lnTo>
                    <a:pt x="12373614" y="867019"/>
                  </a:lnTo>
                  <a:lnTo>
                    <a:pt x="12370092" y="911504"/>
                  </a:lnTo>
                  <a:lnTo>
                    <a:pt x="12359276" y="956411"/>
                  </a:lnTo>
                  <a:lnTo>
                    <a:pt x="12341651" y="998963"/>
                  </a:lnTo>
                  <a:lnTo>
                    <a:pt x="12317545" y="1038365"/>
                  </a:lnTo>
                  <a:lnTo>
                    <a:pt x="12287286" y="1073825"/>
                  </a:lnTo>
                  <a:lnTo>
                    <a:pt x="12251826" y="1104083"/>
                  </a:lnTo>
                  <a:lnTo>
                    <a:pt x="12212424" y="1128189"/>
                  </a:lnTo>
                  <a:lnTo>
                    <a:pt x="12169873" y="1145815"/>
                  </a:lnTo>
                  <a:lnTo>
                    <a:pt x="12124966" y="1156631"/>
                  </a:lnTo>
                  <a:lnTo>
                    <a:pt x="12078496" y="1160309"/>
                  </a:lnTo>
                  <a:close/>
                </a:path>
              </a:pathLst>
            </a:custGeom>
            <a:solidFill>
              <a:srgbClr val="FFC7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957330" y="1747790"/>
              <a:ext cx="12372975" cy="1160780"/>
            </a:xfrm>
            <a:custGeom>
              <a:avLst/>
              <a:gdLst/>
              <a:ahLst/>
              <a:cxnLst/>
              <a:rect l="l" t="t" r="r" b="b"/>
              <a:pathLst>
                <a:path w="12372975" h="1160780">
                  <a:moveTo>
                    <a:pt x="12372757" y="871652"/>
                  </a:moveTo>
                  <a:lnTo>
                    <a:pt x="12369605" y="911468"/>
                  </a:lnTo>
                  <a:lnTo>
                    <a:pt x="12358789" y="956374"/>
                  </a:lnTo>
                  <a:lnTo>
                    <a:pt x="12341165" y="998923"/>
                  </a:lnTo>
                  <a:lnTo>
                    <a:pt x="12317060" y="1038324"/>
                  </a:lnTo>
                  <a:lnTo>
                    <a:pt x="12286803" y="1073783"/>
                  </a:lnTo>
                  <a:lnTo>
                    <a:pt x="12251344" y="1104040"/>
                  </a:lnTo>
                  <a:lnTo>
                    <a:pt x="12211943" y="1128145"/>
                  </a:lnTo>
                  <a:lnTo>
                    <a:pt x="12169393" y="1145770"/>
                  </a:lnTo>
                  <a:lnTo>
                    <a:pt x="12124488" y="1156585"/>
                  </a:lnTo>
                  <a:lnTo>
                    <a:pt x="12078020" y="1160263"/>
                  </a:lnTo>
                  <a:lnTo>
                    <a:pt x="295263" y="1160263"/>
                  </a:lnTo>
                  <a:lnTo>
                    <a:pt x="248795" y="1156585"/>
                  </a:lnTo>
                  <a:lnTo>
                    <a:pt x="203889" y="1145770"/>
                  </a:lnTo>
                  <a:lnTo>
                    <a:pt x="161340" y="1128145"/>
                  </a:lnTo>
                  <a:lnTo>
                    <a:pt x="121939" y="1104040"/>
                  </a:lnTo>
                  <a:lnTo>
                    <a:pt x="86480" y="1073783"/>
                  </a:lnTo>
                  <a:lnTo>
                    <a:pt x="56223" y="1038324"/>
                  </a:lnTo>
                  <a:lnTo>
                    <a:pt x="32118" y="998923"/>
                  </a:lnTo>
                  <a:lnTo>
                    <a:pt x="14493" y="956374"/>
                  </a:lnTo>
                  <a:lnTo>
                    <a:pt x="3678" y="911468"/>
                  </a:lnTo>
                  <a:lnTo>
                    <a:pt x="0" y="865000"/>
                  </a:lnTo>
                  <a:lnTo>
                    <a:pt x="0" y="295263"/>
                  </a:lnTo>
                  <a:lnTo>
                    <a:pt x="3678" y="248795"/>
                  </a:lnTo>
                  <a:lnTo>
                    <a:pt x="14493" y="203889"/>
                  </a:lnTo>
                  <a:lnTo>
                    <a:pt x="32118" y="161340"/>
                  </a:lnTo>
                  <a:lnTo>
                    <a:pt x="56223" y="121939"/>
                  </a:lnTo>
                  <a:lnTo>
                    <a:pt x="86480" y="86480"/>
                  </a:lnTo>
                  <a:lnTo>
                    <a:pt x="121939" y="56223"/>
                  </a:lnTo>
                  <a:lnTo>
                    <a:pt x="161340" y="32118"/>
                  </a:lnTo>
                  <a:lnTo>
                    <a:pt x="203889" y="14493"/>
                  </a:lnTo>
                  <a:lnTo>
                    <a:pt x="248795" y="3678"/>
                  </a:lnTo>
                  <a:lnTo>
                    <a:pt x="295263" y="0"/>
                  </a:lnTo>
                  <a:lnTo>
                    <a:pt x="12078020" y="0"/>
                  </a:lnTo>
                  <a:lnTo>
                    <a:pt x="12124488" y="3678"/>
                  </a:lnTo>
                  <a:lnTo>
                    <a:pt x="12169393" y="14493"/>
                  </a:lnTo>
                  <a:lnTo>
                    <a:pt x="12211943" y="32118"/>
                  </a:lnTo>
                  <a:lnTo>
                    <a:pt x="12251344" y="56223"/>
                  </a:lnTo>
                  <a:lnTo>
                    <a:pt x="12286803" y="86480"/>
                  </a:lnTo>
                  <a:lnTo>
                    <a:pt x="12317060" y="121939"/>
                  </a:lnTo>
                  <a:lnTo>
                    <a:pt x="12341165" y="161340"/>
                  </a:lnTo>
                  <a:lnTo>
                    <a:pt x="12358789" y="203889"/>
                  </a:lnTo>
                  <a:lnTo>
                    <a:pt x="12369605" y="248795"/>
                  </a:lnTo>
                  <a:lnTo>
                    <a:pt x="12372757" y="288611"/>
                  </a:lnTo>
                </a:path>
              </a:pathLst>
            </a:custGeom>
            <a:ln w="24764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8092" y="2900618"/>
              <a:ext cx="2834431" cy="30194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023985" y="2900618"/>
              <a:ext cx="3181349" cy="20192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43555" y="4157085"/>
              <a:ext cx="11420474" cy="17906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4689590"/>
              <a:ext cx="6486524" cy="5597408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487622" y="6877830"/>
              <a:ext cx="3339465" cy="1219835"/>
            </a:xfrm>
            <a:custGeom>
              <a:avLst/>
              <a:gdLst/>
              <a:ahLst/>
              <a:cxnLst/>
              <a:rect l="l" t="t" r="r" b="b"/>
              <a:pathLst>
                <a:path w="3339465" h="1219834">
                  <a:moveTo>
                    <a:pt x="2853105" y="1219823"/>
                  </a:moveTo>
                  <a:lnTo>
                    <a:pt x="485775" y="1219823"/>
                  </a:lnTo>
                  <a:lnTo>
                    <a:pt x="437762" y="1217446"/>
                  </a:lnTo>
                  <a:lnTo>
                    <a:pt x="390562" y="1210403"/>
                  </a:lnTo>
                  <a:lnTo>
                    <a:pt x="344494" y="1198825"/>
                  </a:lnTo>
                  <a:lnTo>
                    <a:pt x="299876" y="1182846"/>
                  </a:lnTo>
                  <a:lnTo>
                    <a:pt x="257028" y="1162596"/>
                  </a:lnTo>
                  <a:lnTo>
                    <a:pt x="216266" y="1138207"/>
                  </a:lnTo>
                  <a:lnTo>
                    <a:pt x="177911" y="1109812"/>
                  </a:lnTo>
                  <a:lnTo>
                    <a:pt x="142280" y="1077543"/>
                  </a:lnTo>
                  <a:lnTo>
                    <a:pt x="110010" y="1041912"/>
                  </a:lnTo>
                  <a:lnTo>
                    <a:pt x="81616" y="1003556"/>
                  </a:lnTo>
                  <a:lnTo>
                    <a:pt x="57227" y="962795"/>
                  </a:lnTo>
                  <a:lnTo>
                    <a:pt x="36977" y="919946"/>
                  </a:lnTo>
                  <a:lnTo>
                    <a:pt x="20997" y="875329"/>
                  </a:lnTo>
                  <a:lnTo>
                    <a:pt x="9420" y="829261"/>
                  </a:lnTo>
                  <a:lnTo>
                    <a:pt x="2377" y="782061"/>
                  </a:lnTo>
                  <a:lnTo>
                    <a:pt x="0" y="734048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2853105" y="0"/>
                  </a:lnTo>
                  <a:lnTo>
                    <a:pt x="2901117" y="2377"/>
                  </a:lnTo>
                  <a:lnTo>
                    <a:pt x="2948317" y="9420"/>
                  </a:lnTo>
                  <a:lnTo>
                    <a:pt x="2994385" y="20997"/>
                  </a:lnTo>
                  <a:lnTo>
                    <a:pt x="3039003" y="36977"/>
                  </a:lnTo>
                  <a:lnTo>
                    <a:pt x="3081851" y="57227"/>
                  </a:lnTo>
                  <a:lnTo>
                    <a:pt x="3122613" y="81616"/>
                  </a:lnTo>
                  <a:lnTo>
                    <a:pt x="3160968" y="110010"/>
                  </a:lnTo>
                  <a:lnTo>
                    <a:pt x="3196599" y="142280"/>
                  </a:lnTo>
                  <a:lnTo>
                    <a:pt x="3228869" y="177911"/>
                  </a:lnTo>
                  <a:lnTo>
                    <a:pt x="3257264" y="216266"/>
                  </a:lnTo>
                  <a:lnTo>
                    <a:pt x="3281652" y="257028"/>
                  </a:lnTo>
                  <a:lnTo>
                    <a:pt x="3301902" y="299876"/>
                  </a:lnTo>
                  <a:lnTo>
                    <a:pt x="3317882" y="344494"/>
                  </a:lnTo>
                  <a:lnTo>
                    <a:pt x="3329459" y="390562"/>
                  </a:lnTo>
                  <a:lnTo>
                    <a:pt x="3336503" y="437762"/>
                  </a:lnTo>
                  <a:lnTo>
                    <a:pt x="3338880" y="485775"/>
                  </a:lnTo>
                  <a:lnTo>
                    <a:pt x="3338880" y="734048"/>
                  </a:lnTo>
                  <a:lnTo>
                    <a:pt x="3336503" y="782061"/>
                  </a:lnTo>
                  <a:lnTo>
                    <a:pt x="3329459" y="829261"/>
                  </a:lnTo>
                  <a:lnTo>
                    <a:pt x="3317882" y="875329"/>
                  </a:lnTo>
                  <a:lnTo>
                    <a:pt x="3301902" y="919946"/>
                  </a:lnTo>
                  <a:lnTo>
                    <a:pt x="3281652" y="962795"/>
                  </a:lnTo>
                  <a:lnTo>
                    <a:pt x="3257264" y="1003556"/>
                  </a:lnTo>
                  <a:lnTo>
                    <a:pt x="3228869" y="1041912"/>
                  </a:lnTo>
                  <a:lnTo>
                    <a:pt x="3196599" y="1077543"/>
                  </a:lnTo>
                  <a:lnTo>
                    <a:pt x="3160968" y="1109812"/>
                  </a:lnTo>
                  <a:lnTo>
                    <a:pt x="3122613" y="1138207"/>
                  </a:lnTo>
                  <a:lnTo>
                    <a:pt x="3081851" y="1162596"/>
                  </a:lnTo>
                  <a:lnTo>
                    <a:pt x="3039003" y="1182846"/>
                  </a:lnTo>
                  <a:lnTo>
                    <a:pt x="2994385" y="1198825"/>
                  </a:lnTo>
                  <a:lnTo>
                    <a:pt x="2948317" y="1210403"/>
                  </a:lnTo>
                  <a:lnTo>
                    <a:pt x="2901117" y="1217446"/>
                  </a:lnTo>
                  <a:lnTo>
                    <a:pt x="2853105" y="1219823"/>
                  </a:lnTo>
                  <a:close/>
                </a:path>
              </a:pathLst>
            </a:custGeom>
            <a:solidFill>
              <a:srgbClr val="3C12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420947" y="6816371"/>
              <a:ext cx="3339465" cy="1089660"/>
            </a:xfrm>
            <a:custGeom>
              <a:avLst/>
              <a:gdLst/>
              <a:ahLst/>
              <a:cxnLst/>
              <a:rect l="l" t="t" r="r" b="b"/>
              <a:pathLst>
                <a:path w="3339465" h="1089659">
                  <a:moveTo>
                    <a:pt x="2853104" y="1089138"/>
                  </a:moveTo>
                  <a:lnTo>
                    <a:pt x="485774" y="1089138"/>
                  </a:lnTo>
                  <a:lnTo>
                    <a:pt x="437762" y="1086761"/>
                  </a:lnTo>
                  <a:lnTo>
                    <a:pt x="390562" y="1079718"/>
                  </a:lnTo>
                  <a:lnTo>
                    <a:pt x="344494" y="1068140"/>
                  </a:lnTo>
                  <a:lnTo>
                    <a:pt x="299876" y="1052160"/>
                  </a:lnTo>
                  <a:lnTo>
                    <a:pt x="257028" y="1031910"/>
                  </a:lnTo>
                  <a:lnTo>
                    <a:pt x="216266" y="1007522"/>
                  </a:lnTo>
                  <a:lnTo>
                    <a:pt x="177911" y="979127"/>
                  </a:lnTo>
                  <a:lnTo>
                    <a:pt x="142280" y="946858"/>
                  </a:lnTo>
                  <a:lnTo>
                    <a:pt x="110010" y="911226"/>
                  </a:lnTo>
                  <a:lnTo>
                    <a:pt x="81616" y="872871"/>
                  </a:lnTo>
                  <a:lnTo>
                    <a:pt x="57227" y="832109"/>
                  </a:lnTo>
                  <a:lnTo>
                    <a:pt x="36977" y="789261"/>
                  </a:lnTo>
                  <a:lnTo>
                    <a:pt x="20997" y="744643"/>
                  </a:lnTo>
                  <a:lnTo>
                    <a:pt x="9420" y="698575"/>
                  </a:lnTo>
                  <a:lnTo>
                    <a:pt x="2377" y="651376"/>
                  </a:lnTo>
                  <a:lnTo>
                    <a:pt x="0" y="603363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2853104" y="0"/>
                  </a:lnTo>
                  <a:lnTo>
                    <a:pt x="2901117" y="2377"/>
                  </a:lnTo>
                  <a:lnTo>
                    <a:pt x="2948317" y="9420"/>
                  </a:lnTo>
                  <a:lnTo>
                    <a:pt x="2994385" y="20997"/>
                  </a:lnTo>
                  <a:lnTo>
                    <a:pt x="3039002" y="36977"/>
                  </a:lnTo>
                  <a:lnTo>
                    <a:pt x="3081851" y="57227"/>
                  </a:lnTo>
                  <a:lnTo>
                    <a:pt x="3122612" y="81616"/>
                  </a:lnTo>
                  <a:lnTo>
                    <a:pt x="3160968" y="110011"/>
                  </a:lnTo>
                  <a:lnTo>
                    <a:pt x="3196599" y="142280"/>
                  </a:lnTo>
                  <a:lnTo>
                    <a:pt x="3228868" y="177911"/>
                  </a:lnTo>
                  <a:lnTo>
                    <a:pt x="3257263" y="216266"/>
                  </a:lnTo>
                  <a:lnTo>
                    <a:pt x="3281652" y="257028"/>
                  </a:lnTo>
                  <a:lnTo>
                    <a:pt x="3301902" y="299877"/>
                  </a:lnTo>
                  <a:lnTo>
                    <a:pt x="3317882" y="344494"/>
                  </a:lnTo>
                  <a:lnTo>
                    <a:pt x="3329459" y="390562"/>
                  </a:lnTo>
                  <a:lnTo>
                    <a:pt x="3336502" y="437762"/>
                  </a:lnTo>
                  <a:lnTo>
                    <a:pt x="3338879" y="485774"/>
                  </a:lnTo>
                  <a:lnTo>
                    <a:pt x="3338879" y="603363"/>
                  </a:lnTo>
                  <a:lnTo>
                    <a:pt x="3336502" y="651376"/>
                  </a:lnTo>
                  <a:lnTo>
                    <a:pt x="3329459" y="698575"/>
                  </a:lnTo>
                  <a:lnTo>
                    <a:pt x="3317882" y="744643"/>
                  </a:lnTo>
                  <a:lnTo>
                    <a:pt x="3301902" y="789261"/>
                  </a:lnTo>
                  <a:lnTo>
                    <a:pt x="3281652" y="832109"/>
                  </a:lnTo>
                  <a:lnTo>
                    <a:pt x="3257263" y="872871"/>
                  </a:lnTo>
                  <a:lnTo>
                    <a:pt x="3228868" y="911226"/>
                  </a:lnTo>
                  <a:lnTo>
                    <a:pt x="3196599" y="946858"/>
                  </a:lnTo>
                  <a:lnTo>
                    <a:pt x="3160968" y="979127"/>
                  </a:lnTo>
                  <a:lnTo>
                    <a:pt x="3122612" y="1007522"/>
                  </a:lnTo>
                  <a:lnTo>
                    <a:pt x="3081851" y="1031910"/>
                  </a:lnTo>
                  <a:lnTo>
                    <a:pt x="3039002" y="1052160"/>
                  </a:lnTo>
                  <a:lnTo>
                    <a:pt x="2994385" y="1068140"/>
                  </a:lnTo>
                  <a:lnTo>
                    <a:pt x="2948317" y="1079718"/>
                  </a:lnTo>
                  <a:lnTo>
                    <a:pt x="2901117" y="1086761"/>
                  </a:lnTo>
                  <a:lnTo>
                    <a:pt x="2853104" y="1089138"/>
                  </a:lnTo>
                  <a:close/>
                </a:path>
              </a:pathLst>
            </a:custGeom>
            <a:solidFill>
              <a:srgbClr val="00E4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420947" y="6816371"/>
              <a:ext cx="3339465" cy="1085850"/>
            </a:xfrm>
            <a:custGeom>
              <a:avLst/>
              <a:gdLst/>
              <a:ahLst/>
              <a:cxnLst/>
              <a:rect l="l" t="t" r="r" b="b"/>
              <a:pathLst>
                <a:path w="3339465" h="1085850">
                  <a:moveTo>
                    <a:pt x="431656" y="1085835"/>
                  </a:moveTo>
                  <a:lnTo>
                    <a:pt x="390550" y="1079715"/>
                  </a:lnTo>
                  <a:lnTo>
                    <a:pt x="344482" y="1068136"/>
                  </a:lnTo>
                  <a:lnTo>
                    <a:pt x="299864" y="1052155"/>
                  </a:lnTo>
                  <a:lnTo>
                    <a:pt x="257016" y="1031903"/>
                  </a:lnTo>
                  <a:lnTo>
                    <a:pt x="216255" y="1007514"/>
                  </a:lnTo>
                  <a:lnTo>
                    <a:pt x="177901" y="979118"/>
                  </a:lnTo>
                  <a:lnTo>
                    <a:pt x="142271" y="946847"/>
                  </a:lnTo>
                  <a:lnTo>
                    <a:pt x="110002" y="911216"/>
                  </a:lnTo>
                  <a:lnTo>
                    <a:pt x="81609" y="872860"/>
                  </a:lnTo>
                  <a:lnTo>
                    <a:pt x="57222" y="832098"/>
                  </a:lnTo>
                  <a:lnTo>
                    <a:pt x="36973" y="789250"/>
                  </a:lnTo>
                  <a:lnTo>
                    <a:pt x="20995" y="744632"/>
                  </a:lnTo>
                  <a:lnTo>
                    <a:pt x="9418" y="698565"/>
                  </a:lnTo>
                  <a:lnTo>
                    <a:pt x="2376" y="651366"/>
                  </a:lnTo>
                  <a:lnTo>
                    <a:pt x="0" y="603354"/>
                  </a:lnTo>
                  <a:lnTo>
                    <a:pt x="0" y="485769"/>
                  </a:lnTo>
                  <a:lnTo>
                    <a:pt x="2377" y="437757"/>
                  </a:lnTo>
                  <a:lnTo>
                    <a:pt x="9421" y="390558"/>
                  </a:lnTo>
                  <a:lnTo>
                    <a:pt x="20998" y="344492"/>
                  </a:lnTo>
                  <a:lnTo>
                    <a:pt x="36978" y="299875"/>
                  </a:lnTo>
                  <a:lnTo>
                    <a:pt x="57227" y="257028"/>
                  </a:lnTo>
                  <a:lnTo>
                    <a:pt x="81615" y="216267"/>
                  </a:lnTo>
                  <a:lnTo>
                    <a:pt x="110009" y="177913"/>
                  </a:lnTo>
                  <a:lnTo>
                    <a:pt x="142278" y="142282"/>
                  </a:lnTo>
                  <a:lnTo>
                    <a:pt x="177907" y="110013"/>
                  </a:lnTo>
                  <a:lnTo>
                    <a:pt x="216262" y="81618"/>
                  </a:lnTo>
                  <a:lnTo>
                    <a:pt x="257022" y="57230"/>
                  </a:lnTo>
                  <a:lnTo>
                    <a:pt x="299870" y="36979"/>
                  </a:lnTo>
                  <a:lnTo>
                    <a:pt x="344486" y="20999"/>
                  </a:lnTo>
                  <a:lnTo>
                    <a:pt x="390553" y="9421"/>
                  </a:lnTo>
                  <a:lnTo>
                    <a:pt x="437752" y="2377"/>
                  </a:lnTo>
                  <a:lnTo>
                    <a:pt x="485764" y="0"/>
                  </a:lnTo>
                  <a:lnTo>
                    <a:pt x="2853044" y="0"/>
                  </a:lnTo>
                  <a:lnTo>
                    <a:pt x="2901058" y="2368"/>
                  </a:lnTo>
                  <a:lnTo>
                    <a:pt x="2948260" y="9405"/>
                  </a:lnTo>
                  <a:lnTo>
                    <a:pt x="2994330" y="20978"/>
                  </a:lnTo>
                  <a:lnTo>
                    <a:pt x="3038951" y="36953"/>
                  </a:lnTo>
                  <a:lnTo>
                    <a:pt x="3081805" y="57199"/>
                  </a:lnTo>
                  <a:lnTo>
                    <a:pt x="3122571" y="81585"/>
                  </a:lnTo>
                  <a:lnTo>
                    <a:pt x="3160932" y="109978"/>
                  </a:lnTo>
                  <a:lnTo>
                    <a:pt x="3196569" y="142247"/>
                  </a:lnTo>
                  <a:lnTo>
                    <a:pt x="3228845" y="177879"/>
                  </a:lnTo>
                  <a:lnTo>
                    <a:pt x="3257245" y="216236"/>
                  </a:lnTo>
                  <a:lnTo>
                    <a:pt x="3281639" y="257000"/>
                  </a:lnTo>
                  <a:lnTo>
                    <a:pt x="3301893" y="299853"/>
                  </a:lnTo>
                  <a:lnTo>
                    <a:pt x="3317877" y="344475"/>
                  </a:lnTo>
                  <a:lnTo>
                    <a:pt x="3329457" y="390548"/>
                  </a:lnTo>
                  <a:lnTo>
                    <a:pt x="3336502" y="437753"/>
                  </a:lnTo>
                  <a:lnTo>
                    <a:pt x="3338879" y="485769"/>
                  </a:lnTo>
                  <a:lnTo>
                    <a:pt x="3338880" y="603358"/>
                  </a:lnTo>
                  <a:lnTo>
                    <a:pt x="3336502" y="651377"/>
                  </a:lnTo>
                  <a:lnTo>
                    <a:pt x="3329457" y="698582"/>
                  </a:lnTo>
                  <a:lnTo>
                    <a:pt x="3317877" y="744655"/>
                  </a:lnTo>
                  <a:lnTo>
                    <a:pt x="3301894" y="789278"/>
                  </a:lnTo>
                  <a:lnTo>
                    <a:pt x="3281639" y="832130"/>
                  </a:lnTo>
                  <a:lnTo>
                    <a:pt x="3257246" y="872895"/>
                  </a:lnTo>
                  <a:lnTo>
                    <a:pt x="3228845" y="911252"/>
                  </a:lnTo>
                  <a:lnTo>
                    <a:pt x="3196570" y="946884"/>
                  </a:lnTo>
                  <a:lnTo>
                    <a:pt x="3160933" y="979153"/>
                  </a:lnTo>
                  <a:lnTo>
                    <a:pt x="3122571" y="1007546"/>
                  </a:lnTo>
                  <a:lnTo>
                    <a:pt x="3081805" y="1031932"/>
                  </a:lnTo>
                  <a:lnTo>
                    <a:pt x="3038951" y="1052179"/>
                  </a:lnTo>
                  <a:lnTo>
                    <a:pt x="2994330" y="1068154"/>
                  </a:lnTo>
                  <a:lnTo>
                    <a:pt x="2948259" y="1079726"/>
                  </a:lnTo>
                  <a:lnTo>
                    <a:pt x="2907221" y="1085822"/>
                  </a:lnTo>
                </a:path>
              </a:pathLst>
            </a:custGeom>
            <a:ln w="95249">
              <a:solidFill>
                <a:srgbClr val="3C126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96678" y="6817076"/>
              <a:ext cx="2920470" cy="3085113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2957106" y="2793262"/>
              <a:ext cx="12374245" cy="107950"/>
            </a:xfrm>
            <a:custGeom>
              <a:avLst/>
              <a:gdLst/>
              <a:ahLst/>
              <a:cxnLst/>
              <a:rect l="l" t="t" r="r" b="b"/>
              <a:pathLst>
                <a:path w="12374244" h="107950">
                  <a:moveTo>
                    <a:pt x="3086112" y="0"/>
                  </a:moveTo>
                  <a:lnTo>
                    <a:pt x="0" y="0"/>
                  </a:lnTo>
                  <a:lnTo>
                    <a:pt x="0" y="107365"/>
                  </a:lnTo>
                  <a:lnTo>
                    <a:pt x="3086112" y="107365"/>
                  </a:lnTo>
                  <a:lnTo>
                    <a:pt x="3086112" y="0"/>
                  </a:lnTo>
                  <a:close/>
                </a:path>
                <a:path w="12374244" h="107950">
                  <a:moveTo>
                    <a:pt x="12373788" y="0"/>
                  </a:moveTo>
                  <a:lnTo>
                    <a:pt x="9287675" y="0"/>
                  </a:lnTo>
                  <a:lnTo>
                    <a:pt x="9287675" y="107365"/>
                  </a:lnTo>
                  <a:lnTo>
                    <a:pt x="12373788" y="107365"/>
                  </a:lnTo>
                  <a:lnTo>
                    <a:pt x="12373788" y="0"/>
                  </a:lnTo>
                  <a:close/>
                </a:path>
              </a:pathLst>
            </a:custGeom>
            <a:solidFill>
              <a:srgbClr val="5D00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510138" y="6037744"/>
              <a:ext cx="2816931" cy="2642631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3083598" y="2147823"/>
              <a:ext cx="12122785" cy="636270"/>
            </a:xfrm>
            <a:custGeom>
              <a:avLst/>
              <a:gdLst/>
              <a:ahLst/>
              <a:cxnLst/>
              <a:rect l="l" t="t" r="r" b="b"/>
              <a:pathLst>
                <a:path w="12122785" h="636269">
                  <a:moveTo>
                    <a:pt x="3085185" y="0"/>
                  </a:moveTo>
                  <a:lnTo>
                    <a:pt x="0" y="0"/>
                  </a:lnTo>
                  <a:lnTo>
                    <a:pt x="0" y="635914"/>
                  </a:lnTo>
                  <a:lnTo>
                    <a:pt x="3085185" y="635914"/>
                  </a:lnTo>
                  <a:lnTo>
                    <a:pt x="3085185" y="0"/>
                  </a:lnTo>
                  <a:close/>
                </a:path>
                <a:path w="12122785" h="636269">
                  <a:moveTo>
                    <a:pt x="12122290" y="0"/>
                  </a:moveTo>
                  <a:lnTo>
                    <a:pt x="9037091" y="0"/>
                  </a:lnTo>
                  <a:lnTo>
                    <a:pt x="9037091" y="635914"/>
                  </a:lnTo>
                  <a:lnTo>
                    <a:pt x="12122290" y="635914"/>
                  </a:lnTo>
                  <a:lnTo>
                    <a:pt x="12122290" y="0"/>
                  </a:lnTo>
                  <a:close/>
                </a:path>
              </a:pathLst>
            </a:custGeom>
            <a:solidFill>
              <a:srgbClr val="FFC70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4278768" y="2020234"/>
              <a:ext cx="661035" cy="661035"/>
            </a:xfrm>
            <a:custGeom>
              <a:avLst/>
              <a:gdLst/>
              <a:ahLst/>
              <a:cxnLst/>
              <a:rect l="l" t="t" r="r" b="b"/>
              <a:pathLst>
                <a:path w="661034" h="661035">
                  <a:moveTo>
                    <a:pt x="330289" y="660579"/>
                  </a:moveTo>
                  <a:lnTo>
                    <a:pt x="278309" y="656464"/>
                  </a:lnTo>
                  <a:lnTo>
                    <a:pt x="228076" y="644365"/>
                  </a:lnTo>
                  <a:lnTo>
                    <a:pt x="180479" y="624650"/>
                  </a:lnTo>
                  <a:lnTo>
                    <a:pt x="136404" y="597686"/>
                  </a:lnTo>
                  <a:lnTo>
                    <a:pt x="96739" y="563839"/>
                  </a:lnTo>
                  <a:lnTo>
                    <a:pt x="62893" y="524174"/>
                  </a:lnTo>
                  <a:lnTo>
                    <a:pt x="35928" y="480099"/>
                  </a:lnTo>
                  <a:lnTo>
                    <a:pt x="16213" y="432502"/>
                  </a:lnTo>
                  <a:lnTo>
                    <a:pt x="4114" y="382270"/>
                  </a:lnTo>
                  <a:lnTo>
                    <a:pt x="0" y="330289"/>
                  </a:lnTo>
                  <a:lnTo>
                    <a:pt x="4114" y="278309"/>
                  </a:lnTo>
                  <a:lnTo>
                    <a:pt x="16213" y="228076"/>
                  </a:lnTo>
                  <a:lnTo>
                    <a:pt x="35928" y="180479"/>
                  </a:lnTo>
                  <a:lnTo>
                    <a:pt x="62893" y="136404"/>
                  </a:lnTo>
                  <a:lnTo>
                    <a:pt x="96739" y="96739"/>
                  </a:lnTo>
                  <a:lnTo>
                    <a:pt x="136404" y="62893"/>
                  </a:lnTo>
                  <a:lnTo>
                    <a:pt x="180479" y="35928"/>
                  </a:lnTo>
                  <a:lnTo>
                    <a:pt x="228076" y="16213"/>
                  </a:lnTo>
                  <a:lnTo>
                    <a:pt x="278309" y="4114"/>
                  </a:lnTo>
                  <a:lnTo>
                    <a:pt x="330289" y="0"/>
                  </a:lnTo>
                  <a:lnTo>
                    <a:pt x="382270" y="4114"/>
                  </a:lnTo>
                  <a:lnTo>
                    <a:pt x="432503" y="16213"/>
                  </a:lnTo>
                  <a:lnTo>
                    <a:pt x="480100" y="35928"/>
                  </a:lnTo>
                  <a:lnTo>
                    <a:pt x="524175" y="62893"/>
                  </a:lnTo>
                  <a:lnTo>
                    <a:pt x="563840" y="96739"/>
                  </a:lnTo>
                  <a:lnTo>
                    <a:pt x="597686" y="136404"/>
                  </a:lnTo>
                  <a:lnTo>
                    <a:pt x="624650" y="180479"/>
                  </a:lnTo>
                  <a:lnTo>
                    <a:pt x="644366" y="228076"/>
                  </a:lnTo>
                  <a:lnTo>
                    <a:pt x="656464" y="278309"/>
                  </a:lnTo>
                  <a:lnTo>
                    <a:pt x="660579" y="330289"/>
                  </a:lnTo>
                  <a:lnTo>
                    <a:pt x="656464" y="382270"/>
                  </a:lnTo>
                  <a:lnTo>
                    <a:pt x="644366" y="432502"/>
                  </a:lnTo>
                  <a:lnTo>
                    <a:pt x="624650" y="480099"/>
                  </a:lnTo>
                  <a:lnTo>
                    <a:pt x="597686" y="524174"/>
                  </a:lnTo>
                  <a:lnTo>
                    <a:pt x="563840" y="563839"/>
                  </a:lnTo>
                  <a:lnTo>
                    <a:pt x="524175" y="597686"/>
                  </a:lnTo>
                  <a:lnTo>
                    <a:pt x="480100" y="624650"/>
                  </a:lnTo>
                  <a:lnTo>
                    <a:pt x="432503" y="644365"/>
                  </a:lnTo>
                  <a:lnTo>
                    <a:pt x="382270" y="656464"/>
                  </a:lnTo>
                  <a:lnTo>
                    <a:pt x="330289" y="660579"/>
                  </a:lnTo>
                  <a:close/>
                </a:path>
              </a:pathLst>
            </a:custGeom>
            <a:solidFill>
              <a:srgbClr val="FFDF8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14406546" y="1878776"/>
            <a:ext cx="405130" cy="83566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300" spc="-50" b="1">
                <a:solidFill>
                  <a:srgbClr val="5D00B1"/>
                </a:solidFill>
                <a:latin typeface="Arial"/>
                <a:cs typeface="Arial"/>
              </a:rPr>
              <a:t>x</a:t>
            </a:r>
            <a:endParaRPr sz="5300">
              <a:latin typeface="Arial"/>
              <a:cs typeface="Arial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775135" y="9022670"/>
            <a:ext cx="3582670" cy="49593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712085" algn="l"/>
              </a:tabLst>
            </a:pPr>
            <a:r>
              <a:rPr dirty="0" sz="3050" spc="370" i="1">
                <a:solidFill>
                  <a:srgbClr val="FFFFFF"/>
                </a:solidFill>
                <a:latin typeface="Georgia"/>
                <a:cs typeface="Georgia"/>
              </a:rPr>
              <a:t>1411322045</a:t>
            </a:r>
            <a:r>
              <a:rPr dirty="0" sz="3050" i="1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dirty="0" baseline="3333" sz="3750" spc="-352">
                <a:solidFill>
                  <a:srgbClr val="FFFFFF"/>
                </a:solidFill>
                <a:latin typeface="SimSun"/>
                <a:cs typeface="SimSun"/>
              </a:rPr>
              <a:t>林暐倫</a:t>
            </a:r>
            <a:endParaRPr baseline="3333" sz="3750">
              <a:latin typeface="SimSun"/>
              <a:cs typeface="SimSun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266996" y="5614299"/>
            <a:ext cx="5770245" cy="2231390"/>
          </a:xfrm>
          <a:prstGeom prst="rect">
            <a:avLst/>
          </a:prstGeom>
        </p:spPr>
        <p:txBody>
          <a:bodyPr wrap="square" lIns="0" tIns="274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60"/>
              </a:spcBef>
            </a:pPr>
            <a:r>
              <a:rPr dirty="0" sz="3600" spc="325" i="1">
                <a:solidFill>
                  <a:srgbClr val="3C126A"/>
                </a:solidFill>
                <a:latin typeface="Georgia"/>
                <a:cs typeface="Georgia"/>
              </a:rPr>
              <a:t>Game</a:t>
            </a:r>
            <a:r>
              <a:rPr dirty="0" sz="3600" spc="-150" i="1">
                <a:solidFill>
                  <a:srgbClr val="3C126A"/>
                </a:solidFill>
                <a:latin typeface="Georgia"/>
                <a:cs typeface="Georgia"/>
              </a:rPr>
              <a:t> </a:t>
            </a:r>
            <a:r>
              <a:rPr dirty="0" sz="3600" spc="330" i="1">
                <a:solidFill>
                  <a:srgbClr val="3C126A"/>
                </a:solidFill>
                <a:latin typeface="Georgia"/>
                <a:cs typeface="Georgia"/>
              </a:rPr>
              <a:t>Concept</a:t>
            </a:r>
            <a:r>
              <a:rPr dirty="0" sz="3600" spc="-145" i="1">
                <a:solidFill>
                  <a:srgbClr val="3C126A"/>
                </a:solidFill>
                <a:latin typeface="Georgia"/>
                <a:cs typeface="Georgia"/>
              </a:rPr>
              <a:t> </a:t>
            </a:r>
            <a:r>
              <a:rPr dirty="0" sz="3600" spc="355" i="1">
                <a:solidFill>
                  <a:srgbClr val="3C126A"/>
                </a:solidFill>
                <a:latin typeface="Georgia"/>
                <a:cs typeface="Georgia"/>
              </a:rPr>
              <a:t>Proposal</a:t>
            </a:r>
            <a:endParaRPr sz="3600">
              <a:latin typeface="Georgia"/>
              <a:cs typeface="Georgia"/>
            </a:endParaRPr>
          </a:p>
          <a:p>
            <a:pPr algn="ctr" marR="155575">
              <a:lnSpc>
                <a:spcPts val="5805"/>
              </a:lnSpc>
              <a:spcBef>
                <a:spcPts val="2980"/>
              </a:spcBef>
            </a:pPr>
            <a:r>
              <a:rPr dirty="0" sz="5200" spc="340" i="1">
                <a:solidFill>
                  <a:srgbClr val="5D00B1"/>
                </a:solidFill>
                <a:latin typeface="Georgia"/>
                <a:cs typeface="Georgia"/>
              </a:rPr>
              <a:t>START</a:t>
            </a:r>
            <a:endParaRPr sz="5200">
              <a:latin typeface="Georgia"/>
              <a:cs typeface="Georgia"/>
            </a:endParaRPr>
          </a:p>
          <a:p>
            <a:pPr algn="ctr" marR="155575">
              <a:lnSpc>
                <a:spcPts val="2205"/>
              </a:lnSpc>
            </a:pPr>
            <a:r>
              <a:rPr dirty="0" sz="2200" spc="-185">
                <a:solidFill>
                  <a:srgbClr val="3C126A"/>
                </a:solidFill>
                <a:latin typeface="SimSun"/>
                <a:cs typeface="SimSun"/>
              </a:rPr>
              <a:t>遊戲提案</a:t>
            </a:r>
            <a:endParaRPr sz="22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1028700"/>
              <a:ext cx="18288000" cy="9258300"/>
            </a:xfrm>
            <a:custGeom>
              <a:avLst/>
              <a:gdLst/>
              <a:ahLst/>
              <a:cxnLst/>
              <a:rect l="l" t="t" r="r" b="b"/>
              <a:pathLst>
                <a:path w="18288000" h="9258300">
                  <a:moveTo>
                    <a:pt x="0" y="9258299"/>
                  </a:moveTo>
                  <a:lnTo>
                    <a:pt x="18287998" y="9258299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9258299"/>
                  </a:lnTo>
                  <a:close/>
                </a:path>
              </a:pathLst>
            </a:custGeom>
            <a:solidFill>
              <a:srgbClr val="FFF5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6982" y="3652235"/>
              <a:ext cx="9096374" cy="663476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0" y="0"/>
              <a:ext cx="18288000" cy="1028700"/>
            </a:xfrm>
            <a:custGeom>
              <a:avLst/>
              <a:gdLst/>
              <a:ahLst/>
              <a:cxnLst/>
              <a:rect l="l" t="t" r="r" b="b"/>
              <a:pathLst>
                <a:path w="18288000" h="1028700">
                  <a:moveTo>
                    <a:pt x="18287553" y="1028700"/>
                  </a:moveTo>
                  <a:lnTo>
                    <a:pt x="0" y="1028700"/>
                  </a:lnTo>
                  <a:lnTo>
                    <a:pt x="0" y="0"/>
                  </a:lnTo>
                  <a:lnTo>
                    <a:pt x="18287553" y="0"/>
                  </a:lnTo>
                  <a:lnTo>
                    <a:pt x="18287553" y="1028700"/>
                  </a:lnTo>
                  <a:close/>
                </a:path>
              </a:pathLst>
            </a:custGeom>
            <a:solidFill>
              <a:srgbClr val="5D00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399911" y="233971"/>
              <a:ext cx="5489575" cy="577850"/>
            </a:xfrm>
            <a:custGeom>
              <a:avLst/>
              <a:gdLst/>
              <a:ahLst/>
              <a:cxnLst/>
              <a:rect l="l" t="t" r="r" b="b"/>
              <a:pathLst>
                <a:path w="5489575" h="577850">
                  <a:moveTo>
                    <a:pt x="603427" y="228739"/>
                  </a:moveTo>
                  <a:lnTo>
                    <a:pt x="578510" y="192989"/>
                  </a:lnTo>
                  <a:lnTo>
                    <a:pt x="495833" y="185204"/>
                  </a:lnTo>
                  <a:lnTo>
                    <a:pt x="453910" y="176136"/>
                  </a:lnTo>
                  <a:lnTo>
                    <a:pt x="416750" y="156298"/>
                  </a:lnTo>
                  <a:lnTo>
                    <a:pt x="386372" y="127139"/>
                  </a:lnTo>
                  <a:lnTo>
                    <a:pt x="364756" y="90093"/>
                  </a:lnTo>
                  <a:lnTo>
                    <a:pt x="337794" y="24218"/>
                  </a:lnTo>
                  <a:lnTo>
                    <a:pt x="331851" y="14262"/>
                  </a:lnTo>
                  <a:lnTo>
                    <a:pt x="323443" y="6616"/>
                  </a:lnTo>
                  <a:lnTo>
                    <a:pt x="313182" y="1727"/>
                  </a:lnTo>
                  <a:lnTo>
                    <a:pt x="301713" y="0"/>
                  </a:lnTo>
                  <a:lnTo>
                    <a:pt x="290245" y="1727"/>
                  </a:lnTo>
                  <a:lnTo>
                    <a:pt x="279984" y="6616"/>
                  </a:lnTo>
                  <a:lnTo>
                    <a:pt x="271576" y="14262"/>
                  </a:lnTo>
                  <a:lnTo>
                    <a:pt x="265633" y="24218"/>
                  </a:lnTo>
                  <a:lnTo>
                    <a:pt x="238671" y="90093"/>
                  </a:lnTo>
                  <a:lnTo>
                    <a:pt x="217043" y="127139"/>
                  </a:lnTo>
                  <a:lnTo>
                    <a:pt x="186664" y="156298"/>
                  </a:lnTo>
                  <a:lnTo>
                    <a:pt x="149517" y="176136"/>
                  </a:lnTo>
                  <a:lnTo>
                    <a:pt x="107594" y="185204"/>
                  </a:lnTo>
                  <a:lnTo>
                    <a:pt x="36258" y="190436"/>
                  </a:lnTo>
                  <a:lnTo>
                    <a:pt x="24917" y="192989"/>
                  </a:lnTo>
                  <a:lnTo>
                    <a:pt x="15024" y="198628"/>
                  </a:lnTo>
                  <a:lnTo>
                    <a:pt x="7162" y="206883"/>
                  </a:lnTo>
                  <a:lnTo>
                    <a:pt x="1943" y="217271"/>
                  </a:lnTo>
                  <a:lnTo>
                    <a:pt x="0" y="228739"/>
                  </a:lnTo>
                  <a:lnTo>
                    <a:pt x="1460" y="240030"/>
                  </a:lnTo>
                  <a:lnTo>
                    <a:pt x="6096" y="250431"/>
                  </a:lnTo>
                  <a:lnTo>
                    <a:pt x="13728" y="259207"/>
                  </a:lnTo>
                  <a:lnTo>
                    <a:pt x="68173" y="305663"/>
                  </a:lnTo>
                  <a:lnTo>
                    <a:pt x="96672" y="337794"/>
                  </a:lnTo>
                  <a:lnTo>
                    <a:pt x="114985" y="375780"/>
                  </a:lnTo>
                  <a:lnTo>
                    <a:pt x="122389" y="417296"/>
                  </a:lnTo>
                  <a:lnTo>
                    <a:pt x="118110" y="460032"/>
                  </a:lnTo>
                  <a:lnTo>
                    <a:pt x="101206" y="529501"/>
                  </a:lnTo>
                  <a:lnTo>
                    <a:pt x="100177" y="541045"/>
                  </a:lnTo>
                  <a:lnTo>
                    <a:pt x="126492" y="575576"/>
                  </a:lnTo>
                  <a:lnTo>
                    <a:pt x="137668" y="577621"/>
                  </a:lnTo>
                  <a:lnTo>
                    <a:pt x="148945" y="576364"/>
                  </a:lnTo>
                  <a:lnTo>
                    <a:pt x="159588" y="571779"/>
                  </a:lnTo>
                  <a:lnTo>
                    <a:pt x="220802" y="533755"/>
                  </a:lnTo>
                  <a:lnTo>
                    <a:pt x="260019" y="516445"/>
                  </a:lnTo>
                  <a:lnTo>
                    <a:pt x="301713" y="510679"/>
                  </a:lnTo>
                  <a:lnTo>
                    <a:pt x="343395" y="516445"/>
                  </a:lnTo>
                  <a:lnTo>
                    <a:pt x="382625" y="533755"/>
                  </a:lnTo>
                  <a:lnTo>
                    <a:pt x="443826" y="571779"/>
                  </a:lnTo>
                  <a:lnTo>
                    <a:pt x="454469" y="576364"/>
                  </a:lnTo>
                  <a:lnTo>
                    <a:pt x="495490" y="562127"/>
                  </a:lnTo>
                  <a:lnTo>
                    <a:pt x="503250" y="541045"/>
                  </a:lnTo>
                  <a:lnTo>
                    <a:pt x="502221" y="529501"/>
                  </a:lnTo>
                  <a:lnTo>
                    <a:pt x="497636" y="510679"/>
                  </a:lnTo>
                  <a:lnTo>
                    <a:pt x="485305" y="460032"/>
                  </a:lnTo>
                  <a:lnTo>
                    <a:pt x="481037" y="417296"/>
                  </a:lnTo>
                  <a:lnTo>
                    <a:pt x="488429" y="375780"/>
                  </a:lnTo>
                  <a:lnTo>
                    <a:pt x="506755" y="337794"/>
                  </a:lnTo>
                  <a:lnTo>
                    <a:pt x="535254" y="305663"/>
                  </a:lnTo>
                  <a:lnTo>
                    <a:pt x="589699" y="259207"/>
                  </a:lnTo>
                  <a:lnTo>
                    <a:pt x="597319" y="250431"/>
                  </a:lnTo>
                  <a:lnTo>
                    <a:pt x="601967" y="240030"/>
                  </a:lnTo>
                  <a:lnTo>
                    <a:pt x="603427" y="228739"/>
                  </a:lnTo>
                  <a:close/>
                </a:path>
                <a:path w="5489575" h="577850">
                  <a:moveTo>
                    <a:pt x="5489181" y="228739"/>
                  </a:moveTo>
                  <a:lnTo>
                    <a:pt x="5464264" y="192989"/>
                  </a:lnTo>
                  <a:lnTo>
                    <a:pt x="5381587" y="185204"/>
                  </a:lnTo>
                  <a:lnTo>
                    <a:pt x="5339664" y="176136"/>
                  </a:lnTo>
                  <a:lnTo>
                    <a:pt x="5302516" y="156298"/>
                  </a:lnTo>
                  <a:lnTo>
                    <a:pt x="5272138" y="127139"/>
                  </a:lnTo>
                  <a:lnTo>
                    <a:pt x="5250510" y="90093"/>
                  </a:lnTo>
                  <a:lnTo>
                    <a:pt x="5223548" y="24218"/>
                  </a:lnTo>
                  <a:lnTo>
                    <a:pt x="5217604" y="14262"/>
                  </a:lnTo>
                  <a:lnTo>
                    <a:pt x="5209197" y="6616"/>
                  </a:lnTo>
                  <a:lnTo>
                    <a:pt x="5198935" y="1727"/>
                  </a:lnTo>
                  <a:lnTo>
                    <a:pt x="5187467" y="0"/>
                  </a:lnTo>
                  <a:lnTo>
                    <a:pt x="5175999" y="1727"/>
                  </a:lnTo>
                  <a:lnTo>
                    <a:pt x="5165737" y="6616"/>
                  </a:lnTo>
                  <a:lnTo>
                    <a:pt x="5157330" y="14262"/>
                  </a:lnTo>
                  <a:lnTo>
                    <a:pt x="5151386" y="24218"/>
                  </a:lnTo>
                  <a:lnTo>
                    <a:pt x="5124424" y="90093"/>
                  </a:lnTo>
                  <a:lnTo>
                    <a:pt x="5102809" y="127139"/>
                  </a:lnTo>
                  <a:lnTo>
                    <a:pt x="5072418" y="156298"/>
                  </a:lnTo>
                  <a:lnTo>
                    <a:pt x="5035270" y="176136"/>
                  </a:lnTo>
                  <a:lnTo>
                    <a:pt x="4993348" y="185204"/>
                  </a:lnTo>
                  <a:lnTo>
                    <a:pt x="4922012" y="190436"/>
                  </a:lnTo>
                  <a:lnTo>
                    <a:pt x="4910671" y="192989"/>
                  </a:lnTo>
                  <a:lnTo>
                    <a:pt x="4900777" y="198628"/>
                  </a:lnTo>
                  <a:lnTo>
                    <a:pt x="4892916" y="206883"/>
                  </a:lnTo>
                  <a:lnTo>
                    <a:pt x="4887696" y="217271"/>
                  </a:lnTo>
                  <a:lnTo>
                    <a:pt x="4885753" y="228739"/>
                  </a:lnTo>
                  <a:lnTo>
                    <a:pt x="4887214" y="240030"/>
                  </a:lnTo>
                  <a:lnTo>
                    <a:pt x="4891862" y="250431"/>
                  </a:lnTo>
                  <a:lnTo>
                    <a:pt x="4899482" y="259207"/>
                  </a:lnTo>
                  <a:lnTo>
                    <a:pt x="4953927" y="305663"/>
                  </a:lnTo>
                  <a:lnTo>
                    <a:pt x="4982426" y="337794"/>
                  </a:lnTo>
                  <a:lnTo>
                    <a:pt x="5000739" y="375780"/>
                  </a:lnTo>
                  <a:lnTo>
                    <a:pt x="5008143" y="417296"/>
                  </a:lnTo>
                  <a:lnTo>
                    <a:pt x="5003876" y="460032"/>
                  </a:lnTo>
                  <a:lnTo>
                    <a:pt x="4986960" y="529501"/>
                  </a:lnTo>
                  <a:lnTo>
                    <a:pt x="4985931" y="541045"/>
                  </a:lnTo>
                  <a:lnTo>
                    <a:pt x="5012258" y="575576"/>
                  </a:lnTo>
                  <a:lnTo>
                    <a:pt x="5023421" y="577621"/>
                  </a:lnTo>
                  <a:lnTo>
                    <a:pt x="5034699" y="576364"/>
                  </a:lnTo>
                  <a:lnTo>
                    <a:pt x="5045354" y="571779"/>
                  </a:lnTo>
                  <a:lnTo>
                    <a:pt x="5106555" y="533755"/>
                  </a:lnTo>
                  <a:lnTo>
                    <a:pt x="5145773" y="516445"/>
                  </a:lnTo>
                  <a:lnTo>
                    <a:pt x="5187467" y="510679"/>
                  </a:lnTo>
                  <a:lnTo>
                    <a:pt x="5229161" y="516445"/>
                  </a:lnTo>
                  <a:lnTo>
                    <a:pt x="5268379" y="533755"/>
                  </a:lnTo>
                  <a:lnTo>
                    <a:pt x="5329580" y="571779"/>
                  </a:lnTo>
                  <a:lnTo>
                    <a:pt x="5340235" y="576364"/>
                  </a:lnTo>
                  <a:lnTo>
                    <a:pt x="5381244" y="562127"/>
                  </a:lnTo>
                  <a:lnTo>
                    <a:pt x="5389003" y="541045"/>
                  </a:lnTo>
                  <a:lnTo>
                    <a:pt x="5387975" y="529501"/>
                  </a:lnTo>
                  <a:lnTo>
                    <a:pt x="5383390" y="510679"/>
                  </a:lnTo>
                  <a:lnTo>
                    <a:pt x="5371071" y="460032"/>
                  </a:lnTo>
                  <a:lnTo>
                    <a:pt x="5366791" y="417296"/>
                  </a:lnTo>
                  <a:lnTo>
                    <a:pt x="5374195" y="375780"/>
                  </a:lnTo>
                  <a:lnTo>
                    <a:pt x="5392509" y="337794"/>
                  </a:lnTo>
                  <a:lnTo>
                    <a:pt x="5421007" y="305663"/>
                  </a:lnTo>
                  <a:lnTo>
                    <a:pt x="5475452" y="259207"/>
                  </a:lnTo>
                  <a:lnTo>
                    <a:pt x="5483085" y="250431"/>
                  </a:lnTo>
                  <a:lnTo>
                    <a:pt x="5487721" y="240030"/>
                  </a:lnTo>
                  <a:lnTo>
                    <a:pt x="5489181" y="228739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1075" y="1843493"/>
              <a:ext cx="17343120" cy="4739640"/>
            </a:xfrm>
            <a:custGeom>
              <a:avLst/>
              <a:gdLst/>
              <a:ahLst/>
              <a:cxnLst/>
              <a:rect l="l" t="t" r="r" b="b"/>
              <a:pathLst>
                <a:path w="17343120" h="4739640">
                  <a:moveTo>
                    <a:pt x="3164332" y="3921036"/>
                  </a:moveTo>
                  <a:lnTo>
                    <a:pt x="3151301" y="3862946"/>
                  </a:lnTo>
                  <a:lnTo>
                    <a:pt x="3110001" y="3801148"/>
                  </a:lnTo>
                  <a:lnTo>
                    <a:pt x="3048203" y="3759847"/>
                  </a:lnTo>
                  <a:lnTo>
                    <a:pt x="2975305" y="3745357"/>
                  </a:lnTo>
                  <a:lnTo>
                    <a:pt x="190500" y="3745357"/>
                  </a:lnTo>
                  <a:lnTo>
                    <a:pt x="117602" y="3759847"/>
                  </a:lnTo>
                  <a:lnTo>
                    <a:pt x="55791" y="3801148"/>
                  </a:lnTo>
                  <a:lnTo>
                    <a:pt x="14503" y="3862946"/>
                  </a:lnTo>
                  <a:lnTo>
                    <a:pt x="0" y="3935857"/>
                  </a:lnTo>
                  <a:lnTo>
                    <a:pt x="0" y="4548810"/>
                  </a:lnTo>
                  <a:lnTo>
                    <a:pt x="14503" y="4621708"/>
                  </a:lnTo>
                  <a:lnTo>
                    <a:pt x="55791" y="4683506"/>
                  </a:lnTo>
                  <a:lnTo>
                    <a:pt x="117602" y="4724806"/>
                  </a:lnTo>
                  <a:lnTo>
                    <a:pt x="190500" y="4739310"/>
                  </a:lnTo>
                  <a:lnTo>
                    <a:pt x="2975305" y="4739310"/>
                  </a:lnTo>
                  <a:lnTo>
                    <a:pt x="3048203" y="4724806"/>
                  </a:lnTo>
                  <a:lnTo>
                    <a:pt x="3110001" y="4683506"/>
                  </a:lnTo>
                  <a:lnTo>
                    <a:pt x="3151301" y="4621708"/>
                  </a:lnTo>
                  <a:lnTo>
                    <a:pt x="3164332" y="4563618"/>
                  </a:lnTo>
                  <a:lnTo>
                    <a:pt x="3164332" y="3921036"/>
                  </a:lnTo>
                  <a:close/>
                </a:path>
                <a:path w="17343120" h="4739640">
                  <a:moveTo>
                    <a:pt x="4784636" y="1492885"/>
                  </a:moveTo>
                  <a:lnTo>
                    <a:pt x="4771060" y="1429372"/>
                  </a:lnTo>
                  <a:lnTo>
                    <a:pt x="4729772" y="1367574"/>
                  </a:lnTo>
                  <a:lnTo>
                    <a:pt x="4667961" y="1326273"/>
                  </a:lnTo>
                  <a:lnTo>
                    <a:pt x="4595063" y="1311770"/>
                  </a:lnTo>
                  <a:lnTo>
                    <a:pt x="1104163" y="1311770"/>
                  </a:lnTo>
                  <a:lnTo>
                    <a:pt x="1031265" y="1326273"/>
                  </a:lnTo>
                  <a:lnTo>
                    <a:pt x="969454" y="1367574"/>
                  </a:lnTo>
                  <a:lnTo>
                    <a:pt x="928166" y="1429372"/>
                  </a:lnTo>
                  <a:lnTo>
                    <a:pt x="913663" y="1502270"/>
                  </a:lnTo>
                  <a:lnTo>
                    <a:pt x="913663" y="2115223"/>
                  </a:lnTo>
                  <a:lnTo>
                    <a:pt x="928166" y="2188121"/>
                  </a:lnTo>
                  <a:lnTo>
                    <a:pt x="969454" y="2249932"/>
                  </a:lnTo>
                  <a:lnTo>
                    <a:pt x="1031265" y="2291219"/>
                  </a:lnTo>
                  <a:lnTo>
                    <a:pt x="1104163" y="2305723"/>
                  </a:lnTo>
                  <a:lnTo>
                    <a:pt x="4595063" y="2305723"/>
                  </a:lnTo>
                  <a:lnTo>
                    <a:pt x="4667961" y="2291219"/>
                  </a:lnTo>
                  <a:lnTo>
                    <a:pt x="4729772" y="2249932"/>
                  </a:lnTo>
                  <a:lnTo>
                    <a:pt x="4771060" y="2188121"/>
                  </a:lnTo>
                  <a:lnTo>
                    <a:pt x="4784636" y="2124608"/>
                  </a:lnTo>
                  <a:lnTo>
                    <a:pt x="4784636" y="1492885"/>
                  </a:lnTo>
                  <a:close/>
                </a:path>
                <a:path w="17343120" h="4739640">
                  <a:moveTo>
                    <a:pt x="10379621" y="172999"/>
                  </a:moveTo>
                  <a:lnTo>
                    <a:pt x="10366845" y="117602"/>
                  </a:lnTo>
                  <a:lnTo>
                    <a:pt x="10325557" y="55803"/>
                  </a:lnTo>
                  <a:lnTo>
                    <a:pt x="10263746" y="14503"/>
                  </a:lnTo>
                  <a:lnTo>
                    <a:pt x="10190848" y="0"/>
                  </a:lnTo>
                  <a:lnTo>
                    <a:pt x="6621500" y="0"/>
                  </a:lnTo>
                  <a:lnTo>
                    <a:pt x="6548590" y="14503"/>
                  </a:lnTo>
                  <a:lnTo>
                    <a:pt x="6486792" y="55803"/>
                  </a:lnTo>
                  <a:lnTo>
                    <a:pt x="6445491" y="117602"/>
                  </a:lnTo>
                  <a:lnTo>
                    <a:pt x="6431000" y="190500"/>
                  </a:lnTo>
                  <a:lnTo>
                    <a:pt x="6431000" y="803452"/>
                  </a:lnTo>
                  <a:lnTo>
                    <a:pt x="6445491" y="876350"/>
                  </a:lnTo>
                  <a:lnTo>
                    <a:pt x="6486792" y="938161"/>
                  </a:lnTo>
                  <a:lnTo>
                    <a:pt x="6548590" y="979449"/>
                  </a:lnTo>
                  <a:lnTo>
                    <a:pt x="6621500" y="993952"/>
                  </a:lnTo>
                  <a:lnTo>
                    <a:pt x="10190848" y="993952"/>
                  </a:lnTo>
                  <a:lnTo>
                    <a:pt x="10263746" y="979449"/>
                  </a:lnTo>
                  <a:lnTo>
                    <a:pt x="10325557" y="938161"/>
                  </a:lnTo>
                  <a:lnTo>
                    <a:pt x="10366845" y="876350"/>
                  </a:lnTo>
                  <a:lnTo>
                    <a:pt x="10379621" y="820966"/>
                  </a:lnTo>
                  <a:lnTo>
                    <a:pt x="10379621" y="172999"/>
                  </a:lnTo>
                  <a:close/>
                </a:path>
                <a:path w="17343120" h="4739640">
                  <a:moveTo>
                    <a:pt x="17180840" y="1005293"/>
                  </a:moveTo>
                  <a:lnTo>
                    <a:pt x="17166336" y="932395"/>
                  </a:lnTo>
                  <a:lnTo>
                    <a:pt x="17125036" y="870597"/>
                  </a:lnTo>
                  <a:lnTo>
                    <a:pt x="17063238" y="829297"/>
                  </a:lnTo>
                  <a:lnTo>
                    <a:pt x="16990340" y="814793"/>
                  </a:lnTo>
                  <a:lnTo>
                    <a:pt x="12767183" y="814793"/>
                  </a:lnTo>
                  <a:lnTo>
                    <a:pt x="12694285" y="829297"/>
                  </a:lnTo>
                  <a:lnTo>
                    <a:pt x="12632474" y="870597"/>
                  </a:lnTo>
                  <a:lnTo>
                    <a:pt x="12591186" y="932395"/>
                  </a:lnTo>
                  <a:lnTo>
                    <a:pt x="12576683" y="1005293"/>
                  </a:lnTo>
                  <a:lnTo>
                    <a:pt x="12576683" y="1618246"/>
                  </a:lnTo>
                  <a:lnTo>
                    <a:pt x="12591186" y="1691144"/>
                  </a:lnTo>
                  <a:lnTo>
                    <a:pt x="12632474" y="1752955"/>
                  </a:lnTo>
                  <a:lnTo>
                    <a:pt x="12694285" y="1794243"/>
                  </a:lnTo>
                  <a:lnTo>
                    <a:pt x="12767183" y="1808746"/>
                  </a:lnTo>
                  <a:lnTo>
                    <a:pt x="16990340" y="1808746"/>
                  </a:lnTo>
                  <a:lnTo>
                    <a:pt x="17063238" y="1794243"/>
                  </a:lnTo>
                  <a:lnTo>
                    <a:pt x="17125036" y="1752955"/>
                  </a:lnTo>
                  <a:lnTo>
                    <a:pt x="17166336" y="1691144"/>
                  </a:lnTo>
                  <a:lnTo>
                    <a:pt x="17180840" y="1618246"/>
                  </a:lnTo>
                  <a:lnTo>
                    <a:pt x="17180840" y="1005293"/>
                  </a:lnTo>
                  <a:close/>
                </a:path>
                <a:path w="17343120" h="4739640">
                  <a:moveTo>
                    <a:pt x="17342866" y="3619982"/>
                  </a:moveTo>
                  <a:lnTo>
                    <a:pt x="17329163" y="3555123"/>
                  </a:lnTo>
                  <a:lnTo>
                    <a:pt x="17287875" y="3493325"/>
                  </a:lnTo>
                  <a:lnTo>
                    <a:pt x="17226064" y="3452025"/>
                  </a:lnTo>
                  <a:lnTo>
                    <a:pt x="17153166" y="3437521"/>
                  </a:lnTo>
                  <a:lnTo>
                    <a:pt x="14054544" y="3437521"/>
                  </a:lnTo>
                  <a:lnTo>
                    <a:pt x="13981646" y="3452025"/>
                  </a:lnTo>
                  <a:lnTo>
                    <a:pt x="13919835" y="3493325"/>
                  </a:lnTo>
                  <a:lnTo>
                    <a:pt x="13878547" y="3555123"/>
                  </a:lnTo>
                  <a:lnTo>
                    <a:pt x="13864044" y="3628021"/>
                  </a:lnTo>
                  <a:lnTo>
                    <a:pt x="13864044" y="4240974"/>
                  </a:lnTo>
                  <a:lnTo>
                    <a:pt x="13878547" y="4313872"/>
                  </a:lnTo>
                  <a:lnTo>
                    <a:pt x="13919835" y="4375683"/>
                  </a:lnTo>
                  <a:lnTo>
                    <a:pt x="13981646" y="4416971"/>
                  </a:lnTo>
                  <a:lnTo>
                    <a:pt x="14054544" y="4431474"/>
                  </a:lnTo>
                  <a:lnTo>
                    <a:pt x="17153166" y="4431474"/>
                  </a:lnTo>
                  <a:lnTo>
                    <a:pt x="17226064" y="4416971"/>
                  </a:lnTo>
                  <a:lnTo>
                    <a:pt x="17287875" y="4375683"/>
                  </a:lnTo>
                  <a:lnTo>
                    <a:pt x="17329163" y="4313872"/>
                  </a:lnTo>
                  <a:lnTo>
                    <a:pt x="17342866" y="4249013"/>
                  </a:lnTo>
                  <a:lnTo>
                    <a:pt x="17342866" y="3619982"/>
                  </a:lnTo>
                  <a:close/>
                </a:path>
              </a:pathLst>
            </a:custGeom>
            <a:solidFill>
              <a:srgbClr val="5D00B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553185" y="156356"/>
            <a:ext cx="318198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375" i="1">
                <a:solidFill>
                  <a:srgbClr val="D9AFFF"/>
                </a:solidFill>
                <a:latin typeface="Georgia"/>
                <a:cs typeface="Georgia"/>
              </a:rPr>
              <a:t>About</a:t>
            </a:r>
            <a:r>
              <a:rPr dirty="0" sz="4200" spc="-160" i="1">
                <a:solidFill>
                  <a:srgbClr val="D9AFFF"/>
                </a:solidFill>
                <a:latin typeface="Georgia"/>
                <a:cs typeface="Georgia"/>
              </a:rPr>
              <a:t> </a:t>
            </a:r>
            <a:r>
              <a:rPr dirty="0" sz="4200" spc="275" i="1">
                <a:solidFill>
                  <a:srgbClr val="D9AFFF"/>
                </a:solidFill>
                <a:latin typeface="Georgia"/>
                <a:cs typeface="Georgia"/>
              </a:rPr>
              <a:t>Hani</a:t>
            </a:r>
            <a:endParaRPr sz="4200">
              <a:latin typeface="Georgia"/>
              <a:cs typeface="Georgi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3788384" y="2831693"/>
            <a:ext cx="10720070" cy="4155440"/>
          </a:xfrm>
          <a:custGeom>
            <a:avLst/>
            <a:gdLst/>
            <a:ahLst/>
            <a:cxnLst/>
            <a:rect l="l" t="t" r="r" b="b"/>
            <a:pathLst>
              <a:path w="10720069" h="4155440">
                <a:moveTo>
                  <a:pt x="119418" y="3600259"/>
                </a:moveTo>
                <a:lnTo>
                  <a:pt x="16751" y="3550005"/>
                </a:lnTo>
                <a:lnTo>
                  <a:pt x="0" y="3584232"/>
                </a:lnTo>
                <a:lnTo>
                  <a:pt x="102666" y="3634486"/>
                </a:lnTo>
                <a:lnTo>
                  <a:pt x="119418" y="3600259"/>
                </a:lnTo>
                <a:close/>
              </a:path>
              <a:path w="10720069" h="4155440">
                <a:moveTo>
                  <a:pt x="256298" y="3667264"/>
                </a:moveTo>
                <a:lnTo>
                  <a:pt x="153644" y="3617010"/>
                </a:lnTo>
                <a:lnTo>
                  <a:pt x="136893" y="3651224"/>
                </a:lnTo>
                <a:lnTo>
                  <a:pt x="239547" y="3701478"/>
                </a:lnTo>
                <a:lnTo>
                  <a:pt x="256298" y="3667264"/>
                </a:lnTo>
                <a:close/>
              </a:path>
              <a:path w="10720069" h="4155440">
                <a:moveTo>
                  <a:pt x="393179" y="3734257"/>
                </a:moveTo>
                <a:lnTo>
                  <a:pt x="290525" y="3684003"/>
                </a:lnTo>
                <a:lnTo>
                  <a:pt x="273773" y="3718229"/>
                </a:lnTo>
                <a:lnTo>
                  <a:pt x="376428" y="3768483"/>
                </a:lnTo>
                <a:lnTo>
                  <a:pt x="393179" y="3734257"/>
                </a:lnTo>
                <a:close/>
              </a:path>
              <a:path w="10720069" h="4155440">
                <a:moveTo>
                  <a:pt x="530059" y="3801262"/>
                </a:moveTo>
                <a:lnTo>
                  <a:pt x="427405" y="3751008"/>
                </a:lnTo>
                <a:lnTo>
                  <a:pt x="410654" y="3785222"/>
                </a:lnTo>
                <a:lnTo>
                  <a:pt x="513321" y="3835476"/>
                </a:lnTo>
                <a:lnTo>
                  <a:pt x="530059" y="3801262"/>
                </a:lnTo>
                <a:close/>
              </a:path>
              <a:path w="10720069" h="4155440">
                <a:moveTo>
                  <a:pt x="558558" y="1365478"/>
                </a:moveTo>
                <a:lnTo>
                  <a:pt x="463689" y="1301737"/>
                </a:lnTo>
                <a:lnTo>
                  <a:pt x="442442" y="1333360"/>
                </a:lnTo>
                <a:lnTo>
                  <a:pt x="537311" y="1397114"/>
                </a:lnTo>
                <a:lnTo>
                  <a:pt x="558558" y="1365478"/>
                </a:lnTo>
                <a:close/>
              </a:path>
              <a:path w="10720069" h="4155440">
                <a:moveTo>
                  <a:pt x="666953" y="3868255"/>
                </a:moveTo>
                <a:lnTo>
                  <a:pt x="564286" y="3818001"/>
                </a:lnTo>
                <a:lnTo>
                  <a:pt x="547535" y="3852227"/>
                </a:lnTo>
                <a:lnTo>
                  <a:pt x="650201" y="3902481"/>
                </a:lnTo>
                <a:lnTo>
                  <a:pt x="666953" y="3868255"/>
                </a:lnTo>
                <a:close/>
              </a:path>
              <a:path w="10720069" h="4155440">
                <a:moveTo>
                  <a:pt x="685063" y="1450467"/>
                </a:moveTo>
                <a:lnTo>
                  <a:pt x="590194" y="1386725"/>
                </a:lnTo>
                <a:lnTo>
                  <a:pt x="568947" y="1418361"/>
                </a:lnTo>
                <a:lnTo>
                  <a:pt x="663816" y="1482102"/>
                </a:lnTo>
                <a:lnTo>
                  <a:pt x="685063" y="1450467"/>
                </a:lnTo>
                <a:close/>
              </a:path>
              <a:path w="10720069" h="4155440">
                <a:moveTo>
                  <a:pt x="803833" y="3935260"/>
                </a:moveTo>
                <a:lnTo>
                  <a:pt x="701167" y="3885006"/>
                </a:lnTo>
                <a:lnTo>
                  <a:pt x="684415" y="3919232"/>
                </a:lnTo>
                <a:lnTo>
                  <a:pt x="787082" y="3969474"/>
                </a:lnTo>
                <a:lnTo>
                  <a:pt x="803833" y="3935260"/>
                </a:lnTo>
                <a:close/>
              </a:path>
              <a:path w="10720069" h="4155440">
                <a:moveTo>
                  <a:pt x="811568" y="1535468"/>
                </a:moveTo>
                <a:lnTo>
                  <a:pt x="716686" y="1471726"/>
                </a:lnTo>
                <a:lnTo>
                  <a:pt x="695439" y="1503349"/>
                </a:lnTo>
                <a:lnTo>
                  <a:pt x="790321" y="1567091"/>
                </a:lnTo>
                <a:lnTo>
                  <a:pt x="811568" y="1535468"/>
                </a:lnTo>
                <a:close/>
              </a:path>
              <a:path w="10720069" h="4155440">
                <a:moveTo>
                  <a:pt x="938072" y="1620456"/>
                </a:moveTo>
                <a:lnTo>
                  <a:pt x="843191" y="1556715"/>
                </a:lnTo>
                <a:lnTo>
                  <a:pt x="821944" y="1588338"/>
                </a:lnTo>
                <a:lnTo>
                  <a:pt x="916825" y="1652079"/>
                </a:lnTo>
                <a:lnTo>
                  <a:pt x="938072" y="1620456"/>
                </a:lnTo>
                <a:close/>
              </a:path>
              <a:path w="10720069" h="4155440">
                <a:moveTo>
                  <a:pt x="940714" y="4002252"/>
                </a:moveTo>
                <a:lnTo>
                  <a:pt x="838047" y="3951998"/>
                </a:lnTo>
                <a:lnTo>
                  <a:pt x="821296" y="3986225"/>
                </a:lnTo>
                <a:lnTo>
                  <a:pt x="923963" y="4036479"/>
                </a:lnTo>
                <a:lnTo>
                  <a:pt x="940714" y="4002252"/>
                </a:lnTo>
                <a:close/>
              </a:path>
              <a:path w="10720069" h="4155440">
                <a:moveTo>
                  <a:pt x="1064564" y="1705444"/>
                </a:moveTo>
                <a:lnTo>
                  <a:pt x="969695" y="1641703"/>
                </a:lnTo>
                <a:lnTo>
                  <a:pt x="948448" y="1673326"/>
                </a:lnTo>
                <a:lnTo>
                  <a:pt x="1043317" y="1737067"/>
                </a:lnTo>
                <a:lnTo>
                  <a:pt x="1064564" y="1705444"/>
                </a:lnTo>
                <a:close/>
              </a:path>
              <a:path w="10720069" h="4155440">
                <a:moveTo>
                  <a:pt x="1077595" y="4069257"/>
                </a:moveTo>
                <a:lnTo>
                  <a:pt x="974940" y="4019004"/>
                </a:lnTo>
                <a:lnTo>
                  <a:pt x="958189" y="4053230"/>
                </a:lnTo>
                <a:lnTo>
                  <a:pt x="1060843" y="4103471"/>
                </a:lnTo>
                <a:lnTo>
                  <a:pt x="1077595" y="4069257"/>
                </a:lnTo>
                <a:close/>
              </a:path>
              <a:path w="10720069" h="4155440">
                <a:moveTo>
                  <a:pt x="1182966" y="4120832"/>
                </a:moveTo>
                <a:lnTo>
                  <a:pt x="1111821" y="4086009"/>
                </a:lnTo>
                <a:lnTo>
                  <a:pt x="1095070" y="4120223"/>
                </a:lnTo>
                <a:lnTo>
                  <a:pt x="1166215" y="4155046"/>
                </a:lnTo>
                <a:lnTo>
                  <a:pt x="1182966" y="4120832"/>
                </a:lnTo>
                <a:close/>
              </a:path>
              <a:path w="10720069" h="4155440">
                <a:moveTo>
                  <a:pt x="1191069" y="1790433"/>
                </a:moveTo>
                <a:lnTo>
                  <a:pt x="1096187" y="1726692"/>
                </a:lnTo>
                <a:lnTo>
                  <a:pt x="1074940" y="1758315"/>
                </a:lnTo>
                <a:lnTo>
                  <a:pt x="1169822" y="1822056"/>
                </a:lnTo>
                <a:lnTo>
                  <a:pt x="1191069" y="1790433"/>
                </a:lnTo>
                <a:close/>
              </a:path>
              <a:path w="10720069" h="4155440">
                <a:moveTo>
                  <a:pt x="1317574" y="1875421"/>
                </a:moveTo>
                <a:lnTo>
                  <a:pt x="1222692" y="1811680"/>
                </a:lnTo>
                <a:lnTo>
                  <a:pt x="1201445" y="1843303"/>
                </a:lnTo>
                <a:lnTo>
                  <a:pt x="1296327" y="1907044"/>
                </a:lnTo>
                <a:lnTo>
                  <a:pt x="1317574" y="1875421"/>
                </a:lnTo>
                <a:close/>
              </a:path>
              <a:path w="10720069" h="4155440">
                <a:moveTo>
                  <a:pt x="1444066" y="1960410"/>
                </a:moveTo>
                <a:lnTo>
                  <a:pt x="1349197" y="1896668"/>
                </a:lnTo>
                <a:lnTo>
                  <a:pt x="1327950" y="1928291"/>
                </a:lnTo>
                <a:lnTo>
                  <a:pt x="1422819" y="1992033"/>
                </a:lnTo>
                <a:lnTo>
                  <a:pt x="1444066" y="1960410"/>
                </a:lnTo>
                <a:close/>
              </a:path>
              <a:path w="10720069" h="4155440">
                <a:moveTo>
                  <a:pt x="1570570" y="2045398"/>
                </a:moveTo>
                <a:lnTo>
                  <a:pt x="1475701" y="1981657"/>
                </a:lnTo>
                <a:lnTo>
                  <a:pt x="1454454" y="2013280"/>
                </a:lnTo>
                <a:lnTo>
                  <a:pt x="1549323" y="2077021"/>
                </a:lnTo>
                <a:lnTo>
                  <a:pt x="1570570" y="2045398"/>
                </a:lnTo>
                <a:close/>
              </a:path>
              <a:path w="10720069" h="4155440">
                <a:moveTo>
                  <a:pt x="1697075" y="2130387"/>
                </a:moveTo>
                <a:lnTo>
                  <a:pt x="1602193" y="2066645"/>
                </a:lnTo>
                <a:lnTo>
                  <a:pt x="1580946" y="2098268"/>
                </a:lnTo>
                <a:lnTo>
                  <a:pt x="1675828" y="2162010"/>
                </a:lnTo>
                <a:lnTo>
                  <a:pt x="1697075" y="2130387"/>
                </a:lnTo>
                <a:close/>
              </a:path>
              <a:path w="10720069" h="4155440">
                <a:moveTo>
                  <a:pt x="1823580" y="2215375"/>
                </a:moveTo>
                <a:lnTo>
                  <a:pt x="1728698" y="2151634"/>
                </a:lnTo>
                <a:lnTo>
                  <a:pt x="1707451" y="2183257"/>
                </a:lnTo>
                <a:lnTo>
                  <a:pt x="1802333" y="2247011"/>
                </a:lnTo>
                <a:lnTo>
                  <a:pt x="1823580" y="2215375"/>
                </a:lnTo>
                <a:close/>
              </a:path>
              <a:path w="10720069" h="4155440">
                <a:moveTo>
                  <a:pt x="1943620" y="2296033"/>
                </a:moveTo>
                <a:lnTo>
                  <a:pt x="1855203" y="2236622"/>
                </a:lnTo>
                <a:lnTo>
                  <a:pt x="1833956" y="2268258"/>
                </a:lnTo>
                <a:lnTo>
                  <a:pt x="1922373" y="2327656"/>
                </a:lnTo>
                <a:lnTo>
                  <a:pt x="1943620" y="2296033"/>
                </a:lnTo>
                <a:close/>
              </a:path>
              <a:path w="10720069" h="4155440">
                <a:moveTo>
                  <a:pt x="5301716" y="108902"/>
                </a:moveTo>
                <a:lnTo>
                  <a:pt x="5266982" y="0"/>
                </a:lnTo>
                <a:lnTo>
                  <a:pt x="5230685" y="11582"/>
                </a:lnTo>
                <a:lnTo>
                  <a:pt x="5265420" y="120472"/>
                </a:lnTo>
                <a:lnTo>
                  <a:pt x="5301716" y="108902"/>
                </a:lnTo>
                <a:close/>
              </a:path>
              <a:path w="10720069" h="4155440">
                <a:moveTo>
                  <a:pt x="5348033" y="254088"/>
                </a:moveTo>
                <a:lnTo>
                  <a:pt x="5313299" y="145199"/>
                </a:lnTo>
                <a:lnTo>
                  <a:pt x="5277002" y="156768"/>
                </a:lnTo>
                <a:lnTo>
                  <a:pt x="5311737" y="265671"/>
                </a:lnTo>
                <a:lnTo>
                  <a:pt x="5348033" y="254088"/>
                </a:lnTo>
                <a:close/>
              </a:path>
              <a:path w="10720069" h="4155440">
                <a:moveTo>
                  <a:pt x="5394350" y="399288"/>
                </a:moveTo>
                <a:lnTo>
                  <a:pt x="5359616" y="290385"/>
                </a:lnTo>
                <a:lnTo>
                  <a:pt x="5323319" y="301967"/>
                </a:lnTo>
                <a:lnTo>
                  <a:pt x="5358054" y="410857"/>
                </a:lnTo>
                <a:lnTo>
                  <a:pt x="5394350" y="399288"/>
                </a:lnTo>
                <a:close/>
              </a:path>
              <a:path w="10720069" h="4155440">
                <a:moveTo>
                  <a:pt x="5440667" y="544474"/>
                </a:moveTo>
                <a:lnTo>
                  <a:pt x="5405920" y="435584"/>
                </a:lnTo>
                <a:lnTo>
                  <a:pt x="5369623" y="447154"/>
                </a:lnTo>
                <a:lnTo>
                  <a:pt x="5404358" y="556056"/>
                </a:lnTo>
                <a:lnTo>
                  <a:pt x="5440667" y="544474"/>
                </a:lnTo>
                <a:close/>
              </a:path>
              <a:path w="10720069" h="4155440">
                <a:moveTo>
                  <a:pt x="5486971" y="689673"/>
                </a:moveTo>
                <a:lnTo>
                  <a:pt x="5452237" y="580771"/>
                </a:lnTo>
                <a:lnTo>
                  <a:pt x="5415940" y="592353"/>
                </a:lnTo>
                <a:lnTo>
                  <a:pt x="5450675" y="701243"/>
                </a:lnTo>
                <a:lnTo>
                  <a:pt x="5486971" y="689673"/>
                </a:lnTo>
                <a:close/>
              </a:path>
              <a:path w="10720069" h="4155440">
                <a:moveTo>
                  <a:pt x="5533288" y="834859"/>
                </a:moveTo>
                <a:lnTo>
                  <a:pt x="5498554" y="725970"/>
                </a:lnTo>
                <a:lnTo>
                  <a:pt x="5462257" y="737539"/>
                </a:lnTo>
                <a:lnTo>
                  <a:pt x="5496992" y="846442"/>
                </a:lnTo>
                <a:lnTo>
                  <a:pt x="5533288" y="834859"/>
                </a:lnTo>
                <a:close/>
              </a:path>
              <a:path w="10720069" h="4155440">
                <a:moveTo>
                  <a:pt x="5579605" y="980046"/>
                </a:moveTo>
                <a:lnTo>
                  <a:pt x="5544871" y="871156"/>
                </a:lnTo>
                <a:lnTo>
                  <a:pt x="5508574" y="882738"/>
                </a:lnTo>
                <a:lnTo>
                  <a:pt x="5543308" y="991628"/>
                </a:lnTo>
                <a:lnTo>
                  <a:pt x="5579605" y="980046"/>
                </a:lnTo>
                <a:close/>
              </a:path>
              <a:path w="10720069" h="4155440">
                <a:moveTo>
                  <a:pt x="5625922" y="1125245"/>
                </a:moveTo>
                <a:lnTo>
                  <a:pt x="5591175" y="1016355"/>
                </a:lnTo>
                <a:lnTo>
                  <a:pt x="5554878" y="1027925"/>
                </a:lnTo>
                <a:lnTo>
                  <a:pt x="5589613" y="1136827"/>
                </a:lnTo>
                <a:lnTo>
                  <a:pt x="5625922" y="1125245"/>
                </a:lnTo>
                <a:close/>
              </a:path>
              <a:path w="10720069" h="4155440">
                <a:moveTo>
                  <a:pt x="5672226" y="1270431"/>
                </a:moveTo>
                <a:lnTo>
                  <a:pt x="5637492" y="1161542"/>
                </a:lnTo>
                <a:lnTo>
                  <a:pt x="5601195" y="1173124"/>
                </a:lnTo>
                <a:lnTo>
                  <a:pt x="5635930" y="1282014"/>
                </a:lnTo>
                <a:lnTo>
                  <a:pt x="5672226" y="1270431"/>
                </a:lnTo>
                <a:close/>
              </a:path>
              <a:path w="10720069" h="4155440">
                <a:moveTo>
                  <a:pt x="5685409" y="1311770"/>
                </a:moveTo>
                <a:lnTo>
                  <a:pt x="5683809" y="1306741"/>
                </a:lnTo>
                <a:lnTo>
                  <a:pt x="5647512" y="1318310"/>
                </a:lnTo>
                <a:lnTo>
                  <a:pt x="5649112" y="1323352"/>
                </a:lnTo>
                <a:lnTo>
                  <a:pt x="5685409" y="1311770"/>
                </a:lnTo>
                <a:close/>
              </a:path>
              <a:path w="10720069" h="4155440">
                <a:moveTo>
                  <a:pt x="8848649" y="1829358"/>
                </a:moveTo>
                <a:lnTo>
                  <a:pt x="8822665" y="1801495"/>
                </a:lnTo>
                <a:lnTo>
                  <a:pt x="8739073" y="1879434"/>
                </a:lnTo>
                <a:lnTo>
                  <a:pt x="8765057" y="1907311"/>
                </a:lnTo>
                <a:lnTo>
                  <a:pt x="8848649" y="1829358"/>
                </a:lnTo>
                <a:close/>
              </a:path>
              <a:path w="10720069" h="4155440">
                <a:moveTo>
                  <a:pt x="8960117" y="1725422"/>
                </a:moveTo>
                <a:lnTo>
                  <a:pt x="8934132" y="1697558"/>
                </a:lnTo>
                <a:lnTo>
                  <a:pt x="8850528" y="1775510"/>
                </a:lnTo>
                <a:lnTo>
                  <a:pt x="8876513" y="1803374"/>
                </a:lnTo>
                <a:lnTo>
                  <a:pt x="8960117" y="1725422"/>
                </a:lnTo>
                <a:close/>
              </a:path>
              <a:path w="10720069" h="4155440">
                <a:moveTo>
                  <a:pt x="9071572" y="1621497"/>
                </a:moveTo>
                <a:lnTo>
                  <a:pt x="9045588" y="1593621"/>
                </a:lnTo>
                <a:lnTo>
                  <a:pt x="8961996" y="1671574"/>
                </a:lnTo>
                <a:lnTo>
                  <a:pt x="8987980" y="1699437"/>
                </a:lnTo>
                <a:lnTo>
                  <a:pt x="9071572" y="1621497"/>
                </a:lnTo>
                <a:close/>
              </a:path>
              <a:path w="10720069" h="4155440">
                <a:moveTo>
                  <a:pt x="9183040" y="1517561"/>
                </a:moveTo>
                <a:lnTo>
                  <a:pt x="9157056" y="1489697"/>
                </a:lnTo>
                <a:lnTo>
                  <a:pt x="9073451" y="1567649"/>
                </a:lnTo>
                <a:lnTo>
                  <a:pt x="9099436" y="1595513"/>
                </a:lnTo>
                <a:lnTo>
                  <a:pt x="9183040" y="1517561"/>
                </a:lnTo>
                <a:close/>
              </a:path>
              <a:path w="10720069" h="4155440">
                <a:moveTo>
                  <a:pt x="9294495" y="1413624"/>
                </a:moveTo>
                <a:lnTo>
                  <a:pt x="9268511" y="1385760"/>
                </a:lnTo>
                <a:lnTo>
                  <a:pt x="9184919" y="1463713"/>
                </a:lnTo>
                <a:lnTo>
                  <a:pt x="9210904" y="1491576"/>
                </a:lnTo>
                <a:lnTo>
                  <a:pt x="9294495" y="1413624"/>
                </a:lnTo>
                <a:close/>
              </a:path>
              <a:path w="10720069" h="4155440">
                <a:moveTo>
                  <a:pt x="9405963" y="1309700"/>
                </a:moveTo>
                <a:lnTo>
                  <a:pt x="9379979" y="1281836"/>
                </a:lnTo>
                <a:lnTo>
                  <a:pt x="9296375" y="1359776"/>
                </a:lnTo>
                <a:lnTo>
                  <a:pt x="9322359" y="1387640"/>
                </a:lnTo>
                <a:lnTo>
                  <a:pt x="9405963" y="1309700"/>
                </a:lnTo>
                <a:close/>
              </a:path>
              <a:path w="10720069" h="4155440">
                <a:moveTo>
                  <a:pt x="9516173" y="4074223"/>
                </a:moveTo>
                <a:lnTo>
                  <a:pt x="9490291" y="4046258"/>
                </a:lnTo>
                <a:lnTo>
                  <a:pt x="9406420" y="4123906"/>
                </a:lnTo>
                <a:lnTo>
                  <a:pt x="9432303" y="4151871"/>
                </a:lnTo>
                <a:lnTo>
                  <a:pt x="9516173" y="4074223"/>
                </a:lnTo>
                <a:close/>
              </a:path>
              <a:path w="10720069" h="4155440">
                <a:moveTo>
                  <a:pt x="9517418" y="1205763"/>
                </a:moveTo>
                <a:lnTo>
                  <a:pt x="9491434" y="1177899"/>
                </a:lnTo>
                <a:lnTo>
                  <a:pt x="9407842" y="1255852"/>
                </a:lnTo>
                <a:lnTo>
                  <a:pt x="9433827" y="1283716"/>
                </a:lnTo>
                <a:lnTo>
                  <a:pt x="9517418" y="1205763"/>
                </a:lnTo>
                <a:close/>
              </a:path>
              <a:path w="10720069" h="4155440">
                <a:moveTo>
                  <a:pt x="9628022" y="3970693"/>
                </a:moveTo>
                <a:lnTo>
                  <a:pt x="9602140" y="3942740"/>
                </a:lnTo>
                <a:lnTo>
                  <a:pt x="9518256" y="4020388"/>
                </a:lnTo>
                <a:lnTo>
                  <a:pt x="9544139" y="4048341"/>
                </a:lnTo>
                <a:lnTo>
                  <a:pt x="9628022" y="3970693"/>
                </a:lnTo>
                <a:close/>
              </a:path>
              <a:path w="10720069" h="4155440">
                <a:moveTo>
                  <a:pt x="9628886" y="1101826"/>
                </a:moveTo>
                <a:lnTo>
                  <a:pt x="9602902" y="1073962"/>
                </a:lnTo>
                <a:lnTo>
                  <a:pt x="9519310" y="1151915"/>
                </a:lnTo>
                <a:lnTo>
                  <a:pt x="9545282" y="1179779"/>
                </a:lnTo>
                <a:lnTo>
                  <a:pt x="9628886" y="1101826"/>
                </a:lnTo>
                <a:close/>
              </a:path>
              <a:path w="10720069" h="4155440">
                <a:moveTo>
                  <a:pt x="9739859" y="3867175"/>
                </a:moveTo>
                <a:lnTo>
                  <a:pt x="9713976" y="3839210"/>
                </a:lnTo>
                <a:lnTo>
                  <a:pt x="9630092" y="3916857"/>
                </a:lnTo>
                <a:lnTo>
                  <a:pt x="9655975" y="3944823"/>
                </a:lnTo>
                <a:lnTo>
                  <a:pt x="9739859" y="3867175"/>
                </a:lnTo>
                <a:close/>
              </a:path>
              <a:path w="10720069" h="4155440">
                <a:moveTo>
                  <a:pt x="9740341" y="997902"/>
                </a:moveTo>
                <a:lnTo>
                  <a:pt x="9714370" y="970038"/>
                </a:lnTo>
                <a:lnTo>
                  <a:pt x="9630766" y="1047978"/>
                </a:lnTo>
                <a:lnTo>
                  <a:pt x="9656750" y="1075842"/>
                </a:lnTo>
                <a:lnTo>
                  <a:pt x="9740341" y="997902"/>
                </a:lnTo>
                <a:close/>
              </a:path>
              <a:path w="10720069" h="4155440">
                <a:moveTo>
                  <a:pt x="9851695" y="3763645"/>
                </a:moveTo>
                <a:lnTo>
                  <a:pt x="9825825" y="3735692"/>
                </a:lnTo>
                <a:lnTo>
                  <a:pt x="9741941" y="3813327"/>
                </a:lnTo>
                <a:lnTo>
                  <a:pt x="9767824" y="3841292"/>
                </a:lnTo>
                <a:lnTo>
                  <a:pt x="9851695" y="3763645"/>
                </a:lnTo>
                <a:close/>
              </a:path>
              <a:path w="10720069" h="4155440">
                <a:moveTo>
                  <a:pt x="9851809" y="893965"/>
                </a:moveTo>
                <a:lnTo>
                  <a:pt x="9825825" y="866101"/>
                </a:lnTo>
                <a:lnTo>
                  <a:pt x="9742233" y="944054"/>
                </a:lnTo>
                <a:lnTo>
                  <a:pt x="9768218" y="971918"/>
                </a:lnTo>
                <a:lnTo>
                  <a:pt x="9851809" y="893965"/>
                </a:lnTo>
                <a:close/>
              </a:path>
              <a:path w="10720069" h="4155440">
                <a:moveTo>
                  <a:pt x="9915614" y="834466"/>
                </a:moveTo>
                <a:lnTo>
                  <a:pt x="9889630" y="806602"/>
                </a:lnTo>
                <a:lnTo>
                  <a:pt x="9853689" y="840117"/>
                </a:lnTo>
                <a:lnTo>
                  <a:pt x="9879673" y="867981"/>
                </a:lnTo>
                <a:lnTo>
                  <a:pt x="9915614" y="834466"/>
                </a:lnTo>
                <a:close/>
              </a:path>
              <a:path w="10720069" h="4155440">
                <a:moveTo>
                  <a:pt x="9963544" y="3660127"/>
                </a:moveTo>
                <a:lnTo>
                  <a:pt x="9937661" y="3632162"/>
                </a:lnTo>
                <a:lnTo>
                  <a:pt x="9853778" y="3709809"/>
                </a:lnTo>
                <a:lnTo>
                  <a:pt x="9879660" y="3737762"/>
                </a:lnTo>
                <a:lnTo>
                  <a:pt x="9963544" y="3660127"/>
                </a:lnTo>
                <a:close/>
              </a:path>
              <a:path w="10720069" h="4155440">
                <a:moveTo>
                  <a:pt x="10075380" y="3556597"/>
                </a:moveTo>
                <a:lnTo>
                  <a:pt x="10049497" y="3528644"/>
                </a:lnTo>
                <a:lnTo>
                  <a:pt x="9965626" y="3606279"/>
                </a:lnTo>
                <a:lnTo>
                  <a:pt x="9991496" y="3634244"/>
                </a:lnTo>
                <a:lnTo>
                  <a:pt x="10075380" y="3556597"/>
                </a:lnTo>
                <a:close/>
              </a:path>
              <a:path w="10720069" h="4155440">
                <a:moveTo>
                  <a:pt x="10187229" y="3453079"/>
                </a:moveTo>
                <a:lnTo>
                  <a:pt x="10161346" y="3425113"/>
                </a:lnTo>
                <a:lnTo>
                  <a:pt x="10077463" y="3502761"/>
                </a:lnTo>
                <a:lnTo>
                  <a:pt x="10103345" y="3530714"/>
                </a:lnTo>
                <a:lnTo>
                  <a:pt x="10187229" y="3453079"/>
                </a:lnTo>
                <a:close/>
              </a:path>
              <a:path w="10720069" h="4155440">
                <a:moveTo>
                  <a:pt x="10299065" y="3349548"/>
                </a:moveTo>
                <a:lnTo>
                  <a:pt x="10273182" y="3321596"/>
                </a:lnTo>
                <a:lnTo>
                  <a:pt x="10189299" y="3399231"/>
                </a:lnTo>
                <a:lnTo>
                  <a:pt x="10215181" y="3427196"/>
                </a:lnTo>
                <a:lnTo>
                  <a:pt x="10299065" y="3349548"/>
                </a:lnTo>
                <a:close/>
              </a:path>
              <a:path w="10720069" h="4155440">
                <a:moveTo>
                  <a:pt x="10410901" y="3246031"/>
                </a:moveTo>
                <a:lnTo>
                  <a:pt x="10385019" y="3218065"/>
                </a:lnTo>
                <a:lnTo>
                  <a:pt x="10301148" y="3295713"/>
                </a:lnTo>
                <a:lnTo>
                  <a:pt x="10327030" y="3323666"/>
                </a:lnTo>
                <a:lnTo>
                  <a:pt x="10410901" y="3246031"/>
                </a:lnTo>
                <a:close/>
              </a:path>
              <a:path w="10720069" h="4155440">
                <a:moveTo>
                  <a:pt x="10522750" y="3142500"/>
                </a:moveTo>
                <a:lnTo>
                  <a:pt x="10496867" y="3114548"/>
                </a:lnTo>
                <a:lnTo>
                  <a:pt x="10412984" y="3192183"/>
                </a:lnTo>
                <a:lnTo>
                  <a:pt x="10438867" y="3220148"/>
                </a:lnTo>
                <a:lnTo>
                  <a:pt x="10522750" y="3142500"/>
                </a:lnTo>
                <a:close/>
              </a:path>
              <a:path w="10720069" h="4155440">
                <a:moveTo>
                  <a:pt x="10634586" y="3038983"/>
                </a:moveTo>
                <a:lnTo>
                  <a:pt x="10608704" y="3011017"/>
                </a:lnTo>
                <a:lnTo>
                  <a:pt x="10524820" y="3088665"/>
                </a:lnTo>
                <a:lnTo>
                  <a:pt x="10550703" y="3116618"/>
                </a:lnTo>
                <a:lnTo>
                  <a:pt x="10634586" y="3038983"/>
                </a:lnTo>
                <a:close/>
              </a:path>
              <a:path w="10720069" h="4155440">
                <a:moveTo>
                  <a:pt x="10719651" y="2960230"/>
                </a:moveTo>
                <a:lnTo>
                  <a:pt x="10693781" y="2932277"/>
                </a:lnTo>
                <a:lnTo>
                  <a:pt x="10636669" y="2985135"/>
                </a:lnTo>
                <a:lnTo>
                  <a:pt x="10662552" y="3013100"/>
                </a:lnTo>
                <a:lnTo>
                  <a:pt x="10719651" y="2960230"/>
                </a:lnTo>
                <a:close/>
              </a:path>
            </a:pathLst>
          </a:custGeom>
          <a:solidFill>
            <a:srgbClr val="5D00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x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1401420" y="5714548"/>
            <a:ext cx="162496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375">
                <a:solidFill>
                  <a:srgbClr val="D9AFFF"/>
                </a:solidFill>
                <a:latin typeface="SimSun"/>
                <a:cs typeface="SimSun"/>
              </a:rPr>
              <a:t>遊戲類型</a:t>
            </a:r>
            <a:endParaRPr sz="3500">
              <a:latin typeface="SimSun"/>
              <a:cs typeface="SimSu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421959" y="5439911"/>
            <a:ext cx="162623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370">
                <a:solidFill>
                  <a:srgbClr val="D9AFFF"/>
                </a:solidFill>
                <a:latin typeface="SimSun"/>
                <a:cs typeface="SimSun"/>
              </a:rPr>
              <a:t>遊戲介面</a:t>
            </a:r>
            <a:endParaRPr sz="3500">
              <a:latin typeface="SimSun"/>
              <a:cs typeface="SimSun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2638565" y="3319495"/>
            <a:ext cx="162496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380">
                <a:solidFill>
                  <a:srgbClr val="D9AFFF"/>
                </a:solidFill>
                <a:latin typeface="SimSun"/>
                <a:cs typeface="SimSun"/>
              </a:rPr>
              <a:t>玩法介紹</a:t>
            </a:r>
            <a:endParaRPr sz="3500">
              <a:latin typeface="SimSun"/>
              <a:cs typeface="SimSun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214751" y="2007474"/>
            <a:ext cx="162623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370">
                <a:solidFill>
                  <a:srgbClr val="D9AFFF"/>
                </a:solidFill>
                <a:latin typeface="SimSun"/>
                <a:cs typeface="SimSun"/>
              </a:rPr>
              <a:t>遊戲流程</a:t>
            </a:r>
            <a:endParaRPr sz="3500">
              <a:latin typeface="SimSun"/>
              <a:cs typeface="SimSun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4115570" y="2817186"/>
            <a:ext cx="282702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500" spc="-375">
                <a:solidFill>
                  <a:srgbClr val="D9AFFF"/>
                </a:solidFill>
                <a:latin typeface="SimSun"/>
                <a:cs typeface="SimSun"/>
              </a:rPr>
              <a:t>風格及角色設計</a:t>
            </a:r>
            <a:endParaRPr sz="35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55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dirty="0" spc="-615"/>
              <a:t>遊戲類型 :</a:t>
            </a:r>
          </a:p>
          <a:p>
            <a:pPr marL="335280" indent="-322580">
              <a:lnSpc>
                <a:spcPct val="100000"/>
              </a:lnSpc>
              <a:spcBef>
                <a:spcPts val="810"/>
              </a:spcBef>
              <a:buChar char="•"/>
              <a:tabLst>
                <a:tab pos="335280" algn="l"/>
              </a:tabLst>
            </a:pPr>
            <a:r>
              <a:rPr dirty="0" spc="-445"/>
              <a:t>電腦或手機為主，安卓或</a:t>
            </a:r>
            <a:r>
              <a:rPr dirty="0" spc="-330"/>
              <a:t>ios</a:t>
            </a:r>
            <a:r>
              <a:rPr dirty="0" spc="-434"/>
              <a:t>皆有支援</a:t>
            </a:r>
          </a:p>
          <a:p>
            <a:pPr marL="335280" indent="-322580">
              <a:lnSpc>
                <a:spcPct val="100000"/>
              </a:lnSpc>
              <a:spcBef>
                <a:spcPts val="810"/>
              </a:spcBef>
              <a:buChar char="•"/>
              <a:tabLst>
                <a:tab pos="335280" algn="l"/>
              </a:tabLst>
            </a:pPr>
            <a:r>
              <a:rPr dirty="0" spc="-450"/>
              <a:t>風格以可愛和蜜蜂、甜點相關</a:t>
            </a:r>
          </a:p>
          <a:p>
            <a:pPr marL="335280" indent="-322580">
              <a:lnSpc>
                <a:spcPct val="100000"/>
              </a:lnSpc>
              <a:spcBef>
                <a:spcPts val="810"/>
              </a:spcBef>
              <a:buChar char="•"/>
              <a:tabLst>
                <a:tab pos="335280" algn="l"/>
              </a:tabLst>
            </a:pPr>
            <a:r>
              <a:rPr dirty="0" spc="-445"/>
              <a:t>競技類型遊戲</a:t>
            </a:r>
            <a:r>
              <a:rPr dirty="0" spc="265"/>
              <a:t>3v3</a:t>
            </a:r>
          </a:p>
          <a:p>
            <a:pPr marL="335280" indent="-322580">
              <a:lnSpc>
                <a:spcPct val="100000"/>
              </a:lnSpc>
              <a:spcBef>
                <a:spcPts val="810"/>
              </a:spcBef>
              <a:buChar char="•"/>
              <a:tabLst>
                <a:tab pos="335280" algn="l"/>
              </a:tabLst>
            </a:pPr>
            <a:r>
              <a:rPr dirty="0" spc="-434"/>
              <a:t>多人遊玩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0" y="9557604"/>
            <a:ext cx="18289270" cy="729615"/>
          </a:xfrm>
          <a:custGeom>
            <a:avLst/>
            <a:gdLst/>
            <a:ahLst/>
            <a:cxnLst/>
            <a:rect l="l" t="t" r="r" b="b"/>
            <a:pathLst>
              <a:path w="18289270" h="729615">
                <a:moveTo>
                  <a:pt x="18289006" y="729394"/>
                </a:moveTo>
                <a:lnTo>
                  <a:pt x="0" y="729394"/>
                </a:lnTo>
                <a:lnTo>
                  <a:pt x="0" y="0"/>
                </a:lnTo>
                <a:lnTo>
                  <a:pt x="18289006" y="0"/>
                </a:lnTo>
                <a:lnTo>
                  <a:pt x="18289006" y="729394"/>
                </a:lnTo>
                <a:close/>
              </a:path>
            </a:pathLst>
          </a:custGeom>
          <a:solidFill>
            <a:srgbClr val="38096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9803" y="1348776"/>
            <a:ext cx="5717540" cy="116395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450" spc="-5650">
                <a:solidFill>
                  <a:srgbClr val="38096E"/>
                </a:solidFill>
                <a:latin typeface="Arial MT"/>
                <a:cs typeface="Arial MT"/>
              </a:rPr>
              <a:t>G</a:t>
            </a:r>
            <a:r>
              <a:rPr dirty="0" sz="6500" spc="-175" i="1">
                <a:solidFill>
                  <a:srgbClr val="FFBE00"/>
                </a:solidFill>
                <a:latin typeface="Georgia"/>
                <a:cs typeface="Georgia"/>
              </a:rPr>
              <a:t>G</a:t>
            </a:r>
            <a:r>
              <a:rPr dirty="0" sz="7450" spc="-4845">
                <a:solidFill>
                  <a:srgbClr val="38096E"/>
                </a:solidFill>
                <a:latin typeface="Arial MT"/>
                <a:cs typeface="Arial MT"/>
              </a:rPr>
              <a:t>A</a:t>
            </a:r>
            <a:r>
              <a:rPr dirty="0" sz="6500" spc="75" i="1">
                <a:solidFill>
                  <a:srgbClr val="FFBE00"/>
                </a:solidFill>
                <a:latin typeface="Georgia"/>
                <a:cs typeface="Georgia"/>
              </a:rPr>
              <a:t>A</a:t>
            </a:r>
            <a:r>
              <a:rPr dirty="0" sz="7450" spc="-6090">
                <a:solidFill>
                  <a:srgbClr val="38096E"/>
                </a:solidFill>
                <a:latin typeface="Arial MT"/>
                <a:cs typeface="Arial MT"/>
              </a:rPr>
              <a:t>M</a:t>
            </a:r>
            <a:r>
              <a:rPr dirty="0" sz="6500" spc="335" i="1">
                <a:solidFill>
                  <a:srgbClr val="FFBE00"/>
                </a:solidFill>
                <a:latin typeface="Georgia"/>
                <a:cs typeface="Georgia"/>
              </a:rPr>
              <a:t>M</a:t>
            </a:r>
            <a:r>
              <a:rPr dirty="0" sz="7450" spc="-4875">
                <a:solidFill>
                  <a:srgbClr val="38096E"/>
                </a:solidFill>
                <a:latin typeface="Arial MT"/>
                <a:cs typeface="Arial MT"/>
              </a:rPr>
              <a:t>E</a:t>
            </a:r>
            <a:r>
              <a:rPr dirty="0" sz="6500" spc="145" i="1">
                <a:solidFill>
                  <a:srgbClr val="FFBE00"/>
                </a:solidFill>
                <a:latin typeface="Georgia"/>
                <a:cs typeface="Georgia"/>
              </a:rPr>
              <a:t>E</a:t>
            </a:r>
            <a:r>
              <a:rPr dirty="0" sz="6500" spc="-235" i="1">
                <a:solidFill>
                  <a:srgbClr val="FFBE00"/>
                </a:solidFill>
                <a:latin typeface="Georgia"/>
                <a:cs typeface="Georgia"/>
              </a:rPr>
              <a:t> </a:t>
            </a:r>
            <a:r>
              <a:rPr dirty="0" sz="6500" spc="-4935" i="1">
                <a:solidFill>
                  <a:srgbClr val="FFBE00"/>
                </a:solidFill>
                <a:latin typeface="Georgia"/>
                <a:cs typeface="Georgia"/>
              </a:rPr>
              <a:t>G</a:t>
            </a:r>
            <a:r>
              <a:rPr dirty="0" sz="7450" spc="-280">
                <a:solidFill>
                  <a:srgbClr val="38096E"/>
                </a:solidFill>
                <a:latin typeface="Arial MT"/>
                <a:cs typeface="Arial MT"/>
              </a:rPr>
              <a:t>G</a:t>
            </a:r>
            <a:r>
              <a:rPr dirty="0" sz="6500" spc="-4475" i="1">
                <a:solidFill>
                  <a:srgbClr val="FFBE00"/>
                </a:solidFill>
                <a:latin typeface="Georgia"/>
                <a:cs typeface="Georgia"/>
              </a:rPr>
              <a:t>E</a:t>
            </a:r>
            <a:r>
              <a:rPr dirty="0" sz="7450" spc="-280">
                <a:solidFill>
                  <a:srgbClr val="38096E"/>
                </a:solidFill>
                <a:latin typeface="Arial MT"/>
                <a:cs typeface="Arial MT"/>
              </a:rPr>
              <a:t>E</a:t>
            </a:r>
            <a:r>
              <a:rPr dirty="0" sz="6500" spc="-5230" i="1">
                <a:solidFill>
                  <a:srgbClr val="FFBE00"/>
                </a:solidFill>
                <a:latin typeface="Georgia"/>
                <a:cs typeface="Georgia"/>
              </a:rPr>
              <a:t>N</a:t>
            </a:r>
            <a:r>
              <a:rPr dirty="0" sz="7450" spc="-204">
                <a:solidFill>
                  <a:srgbClr val="38096E"/>
                </a:solidFill>
                <a:latin typeface="Arial MT"/>
                <a:cs typeface="Arial MT"/>
              </a:rPr>
              <a:t>N</a:t>
            </a:r>
            <a:r>
              <a:rPr dirty="0" sz="6500" spc="-4765" i="1">
                <a:solidFill>
                  <a:srgbClr val="FFBE00"/>
                </a:solidFill>
                <a:latin typeface="Georgia"/>
                <a:cs typeface="Georgia"/>
              </a:rPr>
              <a:t>R</a:t>
            </a:r>
            <a:r>
              <a:rPr dirty="0" sz="7450" spc="-1510">
                <a:solidFill>
                  <a:srgbClr val="38096E"/>
                </a:solidFill>
                <a:latin typeface="Arial MT"/>
                <a:cs typeface="Arial MT"/>
              </a:rPr>
              <a:t>R</a:t>
            </a:r>
            <a:r>
              <a:rPr dirty="0" sz="7450" spc="-5215">
                <a:solidFill>
                  <a:srgbClr val="38096E"/>
                </a:solidFill>
                <a:latin typeface="Arial MT"/>
                <a:cs typeface="Arial MT"/>
              </a:rPr>
              <a:t>E</a:t>
            </a:r>
            <a:r>
              <a:rPr dirty="0" sz="6500" spc="-195" i="1">
                <a:solidFill>
                  <a:srgbClr val="FFBE00"/>
                </a:solidFill>
                <a:latin typeface="Georgia"/>
                <a:cs typeface="Georgia"/>
              </a:rPr>
              <a:t>E</a:t>
            </a:r>
            <a:endParaRPr sz="6500">
              <a:latin typeface="Georgia"/>
              <a:cs typeface="Georgi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803477" y="765206"/>
            <a:ext cx="219900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220" i="1">
                <a:solidFill>
                  <a:srgbClr val="38096E"/>
                </a:solidFill>
                <a:latin typeface="Georgia"/>
                <a:cs typeface="Georgia"/>
              </a:rPr>
              <a:t>Introduction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1302214"/>
            <a:ext cx="7541895" cy="95250"/>
          </a:xfrm>
          <a:custGeom>
            <a:avLst/>
            <a:gdLst/>
            <a:ahLst/>
            <a:cxnLst/>
            <a:rect l="l" t="t" r="r" b="b"/>
            <a:pathLst>
              <a:path w="7541895" h="95250">
                <a:moveTo>
                  <a:pt x="7541563" y="95249"/>
                </a:moveTo>
                <a:lnTo>
                  <a:pt x="0" y="95249"/>
                </a:lnTo>
                <a:lnTo>
                  <a:pt x="0" y="0"/>
                </a:lnTo>
                <a:lnTo>
                  <a:pt x="7541563" y="0"/>
                </a:lnTo>
                <a:lnTo>
                  <a:pt x="7541563" y="95249"/>
                </a:lnTo>
                <a:close/>
              </a:path>
            </a:pathLst>
          </a:custGeom>
          <a:solidFill>
            <a:srgbClr val="38096E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49897" cy="10286999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11536516" y="1930458"/>
            <a:ext cx="5735955" cy="2205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03015">
              <a:lnSpc>
                <a:spcPct val="100000"/>
              </a:lnSpc>
              <a:spcBef>
                <a:spcPts val="100"/>
              </a:spcBef>
            </a:pPr>
            <a:r>
              <a:rPr dirty="0" sz="4200" spc="-459">
                <a:solidFill>
                  <a:srgbClr val="FFFFFF"/>
                </a:solidFill>
                <a:latin typeface="SimSun"/>
                <a:cs typeface="SimSun"/>
              </a:rPr>
              <a:t>故事大綱</a:t>
            </a:r>
            <a:endParaRPr sz="4200">
              <a:latin typeface="SimSun"/>
              <a:cs typeface="SimSun"/>
            </a:endParaRPr>
          </a:p>
          <a:p>
            <a:pPr algn="r" marL="135255" marR="5080" indent="-123189">
              <a:lnSpc>
                <a:spcPct val="114599"/>
              </a:lnSpc>
              <a:spcBef>
                <a:spcPts val="2225"/>
              </a:spcBef>
            </a:pPr>
            <a:r>
              <a:rPr dirty="0" sz="2400" spc="-240">
                <a:solidFill>
                  <a:srgbClr val="FFFFFF"/>
                </a:solidFill>
                <a:latin typeface="SimSun"/>
                <a:cs typeface="SimSun"/>
              </a:rPr>
              <a:t>主角哈妮和</a:t>
            </a:r>
            <a:r>
              <a:rPr dirty="0" sz="2400">
                <a:solidFill>
                  <a:srgbClr val="FFFFFF"/>
                </a:solidFill>
                <a:latin typeface="SimSun"/>
                <a:cs typeface="SimSun"/>
              </a:rPr>
              <a:t>Barry</a:t>
            </a:r>
            <a:r>
              <a:rPr dirty="0" sz="2400" spc="-250">
                <a:solidFill>
                  <a:srgbClr val="FFFFFF"/>
                </a:solidFill>
                <a:latin typeface="SimSun"/>
                <a:cs typeface="SimSun"/>
              </a:rPr>
              <a:t>為了尋找失傳的「極光蜂蜜」</a:t>
            </a:r>
            <a:r>
              <a:rPr dirty="0" sz="2400" spc="-254">
                <a:solidFill>
                  <a:srgbClr val="FFFFFF"/>
                </a:solidFill>
                <a:latin typeface="SimSun"/>
                <a:cs typeface="SimSun"/>
              </a:rPr>
              <a:t>乘坐飛船於</a:t>
            </a:r>
            <a:r>
              <a:rPr dirty="0" sz="2400" spc="60">
                <a:solidFill>
                  <a:srgbClr val="FFFFFF"/>
                </a:solidFill>
                <a:latin typeface="SimSun"/>
                <a:cs typeface="SimSun"/>
              </a:rPr>
              <a:t>Sugar</a:t>
            </a:r>
            <a:r>
              <a:rPr dirty="0" sz="2400" spc="-600">
                <a:solidFill>
                  <a:srgbClr val="FFFFFF"/>
                </a:solidFill>
                <a:latin typeface="SimSun"/>
                <a:cs typeface="SimSun"/>
              </a:rPr>
              <a:t> </a:t>
            </a:r>
            <a:r>
              <a:rPr dirty="0" sz="2400" spc="165">
                <a:solidFill>
                  <a:srgbClr val="FFFFFF"/>
                </a:solidFill>
                <a:latin typeface="SimSun"/>
                <a:cs typeface="SimSun"/>
              </a:rPr>
              <a:t>Space</a:t>
            </a:r>
            <a:r>
              <a:rPr dirty="0" sz="2400" spc="-240">
                <a:solidFill>
                  <a:srgbClr val="FFFFFF"/>
                </a:solidFill>
                <a:latin typeface="SimSun"/>
                <a:cs typeface="SimSun"/>
              </a:rPr>
              <a:t>當中探險，邂逅了許</a:t>
            </a:r>
            <a:endParaRPr sz="2400">
              <a:latin typeface="SimSun"/>
              <a:cs typeface="SimSun"/>
            </a:endParaRPr>
          </a:p>
          <a:p>
            <a:pPr algn="r" marR="5080">
              <a:lnSpc>
                <a:spcPct val="100000"/>
              </a:lnSpc>
              <a:spcBef>
                <a:spcPts val="420"/>
              </a:spcBef>
            </a:pPr>
            <a:r>
              <a:rPr dirty="0" sz="2400" spc="-285">
                <a:solidFill>
                  <a:srgbClr val="FFFFFF"/>
                </a:solidFill>
                <a:latin typeface="SimSun"/>
                <a:cs typeface="SimSun"/>
              </a:rPr>
              <a:t>多不同星球的夥伴...。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406033" y="5286414"/>
            <a:ext cx="14385290" cy="3696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-434">
                <a:solidFill>
                  <a:srgbClr val="FFFFFF"/>
                </a:solidFill>
                <a:latin typeface="SimSun"/>
                <a:cs typeface="SimSun"/>
              </a:rPr>
              <a:t>遊戲流程</a:t>
            </a:r>
            <a:endParaRPr sz="42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550"/>
              </a:spcBef>
            </a:pPr>
            <a:r>
              <a:rPr dirty="0" sz="2400" spc="-275">
                <a:solidFill>
                  <a:srgbClr val="FFFFFF"/>
                </a:solidFill>
                <a:latin typeface="SimSun"/>
                <a:cs typeface="SimSun"/>
              </a:rPr>
              <a:t>一、 操作方式</a:t>
            </a:r>
            <a:endParaRPr sz="2400">
              <a:latin typeface="SimSun"/>
              <a:cs typeface="SimSun"/>
            </a:endParaRPr>
          </a:p>
          <a:p>
            <a:pPr marL="196850" indent="-184150">
              <a:lnSpc>
                <a:spcPct val="100000"/>
              </a:lnSpc>
              <a:spcBef>
                <a:spcPts val="420"/>
              </a:spcBef>
              <a:buChar char="•"/>
              <a:tabLst>
                <a:tab pos="196850" algn="l"/>
              </a:tabLst>
            </a:pPr>
            <a:r>
              <a:rPr dirty="0" sz="2400" spc="-95">
                <a:solidFill>
                  <a:srgbClr val="FFFFFF"/>
                </a:solidFill>
                <a:latin typeface="SimSun"/>
                <a:cs typeface="SimSun"/>
              </a:rPr>
              <a:t>方向鍵(</a:t>
            </a:r>
            <a:r>
              <a:rPr dirty="0" sz="2400" spc="350">
                <a:solidFill>
                  <a:srgbClr val="FFFFFF"/>
                </a:solidFill>
                <a:latin typeface="SimSun"/>
                <a:cs typeface="SimSun"/>
              </a:rPr>
              <a:t>WASD</a:t>
            </a:r>
            <a:r>
              <a:rPr dirty="0" sz="2400" spc="-235">
                <a:solidFill>
                  <a:srgbClr val="FFFFFF"/>
                </a:solidFill>
                <a:latin typeface="SimSun"/>
                <a:cs typeface="SimSun"/>
              </a:rPr>
              <a:t>或手機左方輪盤來移動角色</a:t>
            </a:r>
            <a:endParaRPr sz="2400">
              <a:latin typeface="SimSun"/>
              <a:cs typeface="SimSun"/>
            </a:endParaRPr>
          </a:p>
          <a:p>
            <a:pPr marL="196850" indent="-184150">
              <a:lnSpc>
                <a:spcPct val="100000"/>
              </a:lnSpc>
              <a:spcBef>
                <a:spcPts val="420"/>
              </a:spcBef>
              <a:buChar char="•"/>
              <a:tabLst>
                <a:tab pos="196850" algn="l"/>
              </a:tabLst>
            </a:pPr>
            <a:r>
              <a:rPr dirty="0" sz="2400" spc="-240">
                <a:solidFill>
                  <a:srgbClr val="FFFFFF"/>
                </a:solidFill>
                <a:latin typeface="SimSun"/>
                <a:cs typeface="SimSun"/>
              </a:rPr>
              <a:t>技能於右方，可直接點擊拖拽施放</a:t>
            </a:r>
            <a:endParaRPr sz="2400">
              <a:latin typeface="SimSun"/>
              <a:cs typeface="SimSun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dirty="0" sz="2400" spc="-280">
                <a:solidFill>
                  <a:srgbClr val="FFFFFF"/>
                </a:solidFill>
                <a:latin typeface="SimSun"/>
                <a:cs typeface="SimSun"/>
              </a:rPr>
              <a:t>二、 玩法介紹</a:t>
            </a:r>
            <a:endParaRPr sz="2400">
              <a:latin typeface="SimSun"/>
              <a:cs typeface="SimSun"/>
            </a:endParaRPr>
          </a:p>
          <a:p>
            <a:pPr marL="12700" marR="5080">
              <a:lnSpc>
                <a:spcPct val="105800"/>
              </a:lnSpc>
              <a:spcBef>
                <a:spcPts val="35"/>
              </a:spcBef>
            </a:pPr>
            <a:r>
              <a:rPr dirty="0" sz="2400" spc="-240">
                <a:solidFill>
                  <a:srgbClr val="FFFFFF"/>
                </a:solidFill>
                <a:latin typeface="SimSun"/>
                <a:cs typeface="SimSun"/>
              </a:rPr>
              <a:t>由</a:t>
            </a:r>
            <a:r>
              <a:rPr dirty="0" sz="2400" spc="165">
                <a:solidFill>
                  <a:srgbClr val="FFFFFF"/>
                </a:solidFill>
                <a:latin typeface="SimSun"/>
                <a:cs typeface="SimSun"/>
              </a:rPr>
              <a:t>3v3</a:t>
            </a:r>
            <a:r>
              <a:rPr dirty="0" sz="2400" spc="-250">
                <a:solidFill>
                  <a:srgbClr val="FFFFFF"/>
                </a:solidFill>
                <a:latin typeface="SimSun"/>
                <a:cs typeface="SimSun"/>
              </a:rPr>
              <a:t>地圖展開的遊戲，一局遊戲為</a:t>
            </a:r>
            <a:r>
              <a:rPr dirty="0" sz="2400" spc="240">
                <a:solidFill>
                  <a:srgbClr val="FFFFFF"/>
                </a:solidFill>
                <a:latin typeface="SimSun"/>
                <a:cs typeface="SimSun"/>
              </a:rPr>
              <a:t>10</a:t>
            </a:r>
            <a:r>
              <a:rPr dirty="0" sz="2400" spc="-254">
                <a:solidFill>
                  <a:srgbClr val="FFFFFF"/>
                </a:solidFill>
                <a:latin typeface="SimSun"/>
                <a:cs typeface="SimSun"/>
              </a:rPr>
              <a:t>分鐘，玩家將選擇不同技能的角色於場上對戰；地圖當中會隨機生成蜂蜜罐</a:t>
            </a:r>
            <a:r>
              <a:rPr dirty="0" sz="2600" spc="1845">
                <a:solidFill>
                  <a:srgbClr val="FFFFFF"/>
                </a:solidFill>
                <a:latin typeface="Webdings"/>
                <a:cs typeface="Webdings"/>
              </a:rPr>
              <a:t>🍯</a:t>
            </a:r>
            <a:r>
              <a:rPr dirty="0" sz="2400" spc="-254">
                <a:solidFill>
                  <a:srgbClr val="FFFFFF"/>
                </a:solidFill>
                <a:latin typeface="SimSun"/>
                <a:cs typeface="SimSun"/>
              </a:rPr>
              <a:t>或發生隨機事件及任務；玩家需要搜集蜂蜜罐</a:t>
            </a:r>
            <a:r>
              <a:rPr dirty="0" sz="2600" spc="2180">
                <a:solidFill>
                  <a:srgbClr val="FFFFFF"/>
                </a:solidFill>
                <a:latin typeface="Webdings"/>
                <a:cs typeface="Webdings"/>
              </a:rPr>
              <a:t>🍯</a:t>
            </a:r>
            <a:r>
              <a:rPr dirty="0" sz="2400" spc="-245">
                <a:solidFill>
                  <a:srgbClr val="FFFFFF"/>
                </a:solidFill>
                <a:latin typeface="SimSun"/>
                <a:cs typeface="SimSun"/>
              </a:rPr>
              <a:t>以及擊殺敵隊玩家，遊戲時間結束後持有最多蜂蜜罐的一方勝利。</a:t>
            </a:r>
            <a:endParaRPr sz="2400">
              <a:latin typeface="SimSun"/>
              <a:cs typeface="SimSu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47402" y="959548"/>
            <a:ext cx="564769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345" i="1">
                <a:solidFill>
                  <a:srgbClr val="FFFFFF"/>
                </a:solidFill>
                <a:latin typeface="Georgia"/>
                <a:cs typeface="Georgia"/>
              </a:rPr>
              <a:t>World</a:t>
            </a:r>
            <a:r>
              <a:rPr dirty="0" sz="3200" spc="-135" i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200" spc="254" i="1">
                <a:solidFill>
                  <a:srgbClr val="FFFFFF"/>
                </a:solidFill>
                <a:latin typeface="Georgia"/>
                <a:cs typeface="Georgia"/>
              </a:rPr>
              <a:t>Setting</a:t>
            </a:r>
            <a:r>
              <a:rPr dirty="0" sz="3200" spc="-135" i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3200" spc="280" i="1">
                <a:solidFill>
                  <a:srgbClr val="FFFFFF"/>
                </a:solidFill>
                <a:latin typeface="Georgia"/>
                <a:cs typeface="Georgia"/>
              </a:rPr>
              <a:t>Description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06033" y="1907598"/>
            <a:ext cx="501586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580" i="1">
                <a:solidFill>
                  <a:srgbClr val="FFFFFF"/>
                </a:solidFill>
                <a:latin typeface="Georgia"/>
                <a:cs typeface="Georgia"/>
              </a:rPr>
              <a:t>Sugar</a:t>
            </a:r>
            <a:r>
              <a:rPr dirty="0" sz="6000" spc="-240" i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6000" spc="525" i="1">
                <a:solidFill>
                  <a:srgbClr val="FFFFFF"/>
                </a:solidFill>
                <a:latin typeface="Georgia"/>
                <a:cs typeface="Georgia"/>
              </a:rPr>
              <a:t>Space</a:t>
            </a:r>
            <a:endParaRPr sz="6000">
              <a:latin typeface="Georgia"/>
              <a:cs typeface="Georg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0" y="1710083"/>
            <a:ext cx="7239634" cy="95250"/>
          </a:xfrm>
          <a:custGeom>
            <a:avLst/>
            <a:gdLst/>
            <a:ahLst/>
            <a:cxnLst/>
            <a:rect l="l" t="t" r="r" b="b"/>
            <a:pathLst>
              <a:path w="7239634" h="95250">
                <a:moveTo>
                  <a:pt x="7239229" y="95249"/>
                </a:moveTo>
                <a:lnTo>
                  <a:pt x="0" y="95249"/>
                </a:lnTo>
                <a:lnTo>
                  <a:pt x="0" y="0"/>
                </a:lnTo>
                <a:lnTo>
                  <a:pt x="7239229" y="0"/>
                </a:lnTo>
                <a:lnTo>
                  <a:pt x="7239229" y="952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02182" y="9236075"/>
            <a:ext cx="20840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310">
                <a:solidFill>
                  <a:srgbClr val="FFFFFF"/>
                </a:solidFill>
                <a:latin typeface="SimSun"/>
                <a:cs typeface="SimSun"/>
              </a:rPr>
              <a:t>遊戲登入介面</a:t>
            </a:r>
            <a:endParaRPr sz="3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49897" cy="10286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419636" y="696260"/>
            <a:ext cx="1226185" cy="825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50" spc="-555">
                <a:solidFill>
                  <a:srgbClr val="FFFFFF"/>
                </a:solidFill>
                <a:latin typeface="SimSun"/>
                <a:cs typeface="SimSun"/>
              </a:rPr>
              <a:t>返回</a:t>
            </a:r>
            <a:endParaRPr sz="5250">
              <a:latin typeface="SimSun"/>
              <a:cs typeface="SimSu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16305" y="2712004"/>
            <a:ext cx="2820035" cy="2197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35100">
              <a:lnSpc>
                <a:spcPts val="3375"/>
              </a:lnSpc>
              <a:spcBef>
                <a:spcPts val="100"/>
              </a:spcBef>
            </a:pPr>
            <a:r>
              <a:rPr dirty="0" sz="3000" spc="-320">
                <a:solidFill>
                  <a:srgbClr val="FFFFFF"/>
                </a:solidFill>
                <a:latin typeface="SimSun"/>
                <a:cs typeface="SimSun"/>
              </a:rPr>
              <a:t>蜂蜜劫者</a:t>
            </a:r>
            <a:endParaRPr sz="3000">
              <a:latin typeface="SimSun"/>
              <a:cs typeface="SimSun"/>
            </a:endParaRPr>
          </a:p>
          <a:p>
            <a:pPr marL="12700">
              <a:lnSpc>
                <a:spcPts val="9975"/>
              </a:lnSpc>
            </a:pPr>
            <a:r>
              <a:rPr dirty="0" sz="8500" spc="585" i="1">
                <a:solidFill>
                  <a:srgbClr val="FFFFFF"/>
                </a:solidFill>
                <a:latin typeface="Georgia"/>
                <a:cs typeface="Georgia"/>
              </a:rPr>
              <a:t>Hani</a:t>
            </a:r>
            <a:endParaRPr sz="8500">
              <a:latin typeface="Georgia"/>
              <a:cs typeface="Georgia"/>
            </a:endParaRPr>
          </a:p>
          <a:p>
            <a:pPr marL="769620">
              <a:lnSpc>
                <a:spcPct val="100000"/>
              </a:lnSpc>
              <a:spcBef>
                <a:spcPts val="150"/>
              </a:spcBef>
            </a:pPr>
            <a:r>
              <a:rPr dirty="0" sz="3000" spc="-470">
                <a:solidFill>
                  <a:srgbClr val="FFFFFF"/>
                </a:solidFill>
                <a:latin typeface="SimSun"/>
                <a:cs typeface="SimSun"/>
              </a:rPr>
              <a:t>定位 : 射擊手</a:t>
            </a:r>
            <a:endParaRPr sz="3000">
              <a:latin typeface="SimSun"/>
              <a:cs typeface="SimSu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235393" y="6889009"/>
            <a:ext cx="7170420" cy="1795145"/>
          </a:xfrm>
          <a:prstGeom prst="rect">
            <a:avLst/>
          </a:prstGeom>
        </p:spPr>
        <p:txBody>
          <a:bodyPr wrap="square" lIns="0" tIns="2146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dirty="0" sz="4100" spc="-425">
                <a:solidFill>
                  <a:srgbClr val="FFFFFF"/>
                </a:solidFill>
                <a:latin typeface="SimSun"/>
                <a:cs typeface="SimSun"/>
              </a:rPr>
              <a:t>蜜香脈衝炮</a:t>
            </a:r>
            <a:endParaRPr sz="4100">
              <a:latin typeface="SimSun"/>
              <a:cs typeface="SimSun"/>
            </a:endParaRPr>
          </a:p>
          <a:p>
            <a:pPr marL="12700" marR="5080">
              <a:lnSpc>
                <a:spcPct val="114999"/>
              </a:lnSpc>
              <a:spcBef>
                <a:spcPts val="520"/>
              </a:spcBef>
            </a:pPr>
            <a:r>
              <a:rPr dirty="0" sz="2500" spc="-254">
                <a:solidFill>
                  <a:srgbClr val="FFFFFF"/>
                </a:solidFill>
                <a:latin typeface="SimSun"/>
                <a:cs typeface="SimSun"/>
              </a:rPr>
              <a:t>射出一道貫穿地圖的強力雷射，對路徑上目標造成高額傷</a:t>
            </a:r>
            <a:r>
              <a:rPr dirty="0" sz="2500" spc="-245">
                <a:solidFill>
                  <a:srgbClr val="FFFFFF"/>
                </a:solidFill>
                <a:latin typeface="SimSun"/>
                <a:cs typeface="SimSun"/>
              </a:rPr>
              <a:t>害，對血量越低的敵人造成傷害加倍。</a:t>
            </a:r>
            <a:endParaRPr sz="2500">
              <a:latin typeface="SimSun"/>
              <a:cs typeface="SimSun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8684344" y="962522"/>
            <a:ext cx="9603740" cy="7350125"/>
            <a:chOff x="8684344" y="962522"/>
            <a:chExt cx="9603740" cy="7350125"/>
          </a:xfrm>
        </p:grpSpPr>
        <p:sp>
          <p:nvSpPr>
            <p:cNvPr id="9" name="object 9" descr=""/>
            <p:cNvSpPr/>
            <p:nvPr/>
          </p:nvSpPr>
          <p:spPr>
            <a:xfrm>
              <a:off x="8823645" y="6251899"/>
              <a:ext cx="716915" cy="0"/>
            </a:xfrm>
            <a:custGeom>
              <a:avLst/>
              <a:gdLst/>
              <a:ahLst/>
              <a:cxnLst/>
              <a:rect l="l" t="t" r="r" b="b"/>
              <a:pathLst>
                <a:path w="716915" h="0">
                  <a:moveTo>
                    <a:pt x="0" y="0"/>
                  </a:moveTo>
                  <a:lnTo>
                    <a:pt x="716907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703394" y="7867626"/>
              <a:ext cx="837565" cy="425450"/>
            </a:xfrm>
            <a:custGeom>
              <a:avLst/>
              <a:gdLst/>
              <a:ahLst/>
              <a:cxnLst/>
              <a:rect l="l" t="t" r="r" b="b"/>
              <a:pathLst>
                <a:path w="837565" h="425450">
                  <a:moveTo>
                    <a:pt x="0" y="425449"/>
                  </a:moveTo>
                  <a:lnTo>
                    <a:pt x="837153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9518900" y="6242683"/>
              <a:ext cx="22225" cy="1625600"/>
            </a:xfrm>
            <a:custGeom>
              <a:avLst/>
              <a:gdLst/>
              <a:ahLst/>
              <a:cxnLst/>
              <a:rect l="l" t="t" r="r" b="b"/>
              <a:pathLst>
                <a:path w="22225" h="1625600">
                  <a:moveTo>
                    <a:pt x="0" y="0"/>
                  </a:moveTo>
                  <a:lnTo>
                    <a:pt x="21599" y="1625021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0967837" y="962522"/>
              <a:ext cx="7320280" cy="114300"/>
            </a:xfrm>
            <a:custGeom>
              <a:avLst/>
              <a:gdLst/>
              <a:ahLst/>
              <a:cxnLst/>
              <a:rect l="l" t="t" r="r" b="b"/>
              <a:pathLst>
                <a:path w="7320280" h="114300">
                  <a:moveTo>
                    <a:pt x="7320160" y="95250"/>
                  </a:moveTo>
                  <a:lnTo>
                    <a:pt x="241" y="113802"/>
                  </a:lnTo>
                  <a:lnTo>
                    <a:pt x="0" y="18552"/>
                  </a:lnTo>
                  <a:lnTo>
                    <a:pt x="7320160" y="0"/>
                  </a:lnTo>
                  <a:lnTo>
                    <a:pt x="7320160" y="952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3629640" y="1156237"/>
            <a:ext cx="40951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215" i="1">
                <a:solidFill>
                  <a:srgbClr val="FFFFFF"/>
                </a:solidFill>
                <a:latin typeface="Georgia"/>
                <a:cs typeface="Georgia"/>
              </a:rPr>
              <a:t>Character</a:t>
            </a:r>
            <a:r>
              <a:rPr dirty="0" sz="2500" spc="-85" i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500" spc="220" i="1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dirty="0" sz="2500" spc="-85" i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500" i="1">
                <a:solidFill>
                  <a:srgbClr val="FFFFFF"/>
                </a:solidFill>
                <a:latin typeface="Georgia"/>
                <a:cs typeface="Georgia"/>
              </a:rPr>
              <a:t>UI</a:t>
            </a:r>
            <a:r>
              <a:rPr dirty="0" sz="2500" spc="-85" i="1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2500" spc="204" i="1">
                <a:solidFill>
                  <a:srgbClr val="FFFFFF"/>
                </a:solidFill>
                <a:latin typeface="Georgia"/>
                <a:cs typeface="Georgia"/>
              </a:rPr>
              <a:t>Design</a:t>
            </a:r>
            <a:endParaRPr sz="25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sp>
          <p:nvSpPr>
            <p:cNvPr id="3" name="object 3" descr=""/>
            <p:cNvSpPr/>
            <p:nvPr/>
          </p:nvSpPr>
          <p:spPr>
            <a:xfrm>
              <a:off x="0" y="1028700"/>
              <a:ext cx="18288000" cy="9258300"/>
            </a:xfrm>
            <a:custGeom>
              <a:avLst/>
              <a:gdLst/>
              <a:ahLst/>
              <a:cxnLst/>
              <a:rect l="l" t="t" r="r" b="b"/>
              <a:pathLst>
                <a:path w="18288000" h="9258300">
                  <a:moveTo>
                    <a:pt x="0" y="9258299"/>
                  </a:moveTo>
                  <a:lnTo>
                    <a:pt x="18287998" y="9258299"/>
                  </a:lnTo>
                  <a:lnTo>
                    <a:pt x="18287998" y="0"/>
                  </a:lnTo>
                  <a:lnTo>
                    <a:pt x="0" y="0"/>
                  </a:lnTo>
                  <a:lnTo>
                    <a:pt x="0" y="9258299"/>
                  </a:lnTo>
                  <a:close/>
                </a:path>
              </a:pathLst>
            </a:custGeom>
            <a:solidFill>
              <a:srgbClr val="FFF5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0"/>
              <a:ext cx="18288000" cy="1028700"/>
            </a:xfrm>
            <a:custGeom>
              <a:avLst/>
              <a:gdLst/>
              <a:ahLst/>
              <a:cxnLst/>
              <a:rect l="l" t="t" r="r" b="b"/>
              <a:pathLst>
                <a:path w="18288000" h="1028700">
                  <a:moveTo>
                    <a:pt x="18287553" y="1028700"/>
                  </a:moveTo>
                  <a:lnTo>
                    <a:pt x="0" y="1028700"/>
                  </a:lnTo>
                  <a:lnTo>
                    <a:pt x="0" y="0"/>
                  </a:lnTo>
                  <a:lnTo>
                    <a:pt x="18287553" y="0"/>
                  </a:lnTo>
                  <a:lnTo>
                    <a:pt x="18287553" y="1028700"/>
                  </a:lnTo>
                  <a:close/>
                </a:path>
              </a:pathLst>
            </a:custGeom>
            <a:solidFill>
              <a:srgbClr val="5D00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99911" y="233971"/>
              <a:ext cx="5489575" cy="577850"/>
            </a:xfrm>
            <a:custGeom>
              <a:avLst/>
              <a:gdLst/>
              <a:ahLst/>
              <a:cxnLst/>
              <a:rect l="l" t="t" r="r" b="b"/>
              <a:pathLst>
                <a:path w="5489575" h="577850">
                  <a:moveTo>
                    <a:pt x="603427" y="228739"/>
                  </a:moveTo>
                  <a:lnTo>
                    <a:pt x="578510" y="192989"/>
                  </a:lnTo>
                  <a:lnTo>
                    <a:pt x="495833" y="185204"/>
                  </a:lnTo>
                  <a:lnTo>
                    <a:pt x="453910" y="176136"/>
                  </a:lnTo>
                  <a:lnTo>
                    <a:pt x="416750" y="156298"/>
                  </a:lnTo>
                  <a:lnTo>
                    <a:pt x="386372" y="127139"/>
                  </a:lnTo>
                  <a:lnTo>
                    <a:pt x="364756" y="90093"/>
                  </a:lnTo>
                  <a:lnTo>
                    <a:pt x="337794" y="24218"/>
                  </a:lnTo>
                  <a:lnTo>
                    <a:pt x="331851" y="14262"/>
                  </a:lnTo>
                  <a:lnTo>
                    <a:pt x="323443" y="6616"/>
                  </a:lnTo>
                  <a:lnTo>
                    <a:pt x="313182" y="1727"/>
                  </a:lnTo>
                  <a:lnTo>
                    <a:pt x="301713" y="0"/>
                  </a:lnTo>
                  <a:lnTo>
                    <a:pt x="290245" y="1727"/>
                  </a:lnTo>
                  <a:lnTo>
                    <a:pt x="279984" y="6616"/>
                  </a:lnTo>
                  <a:lnTo>
                    <a:pt x="271576" y="14262"/>
                  </a:lnTo>
                  <a:lnTo>
                    <a:pt x="265633" y="24218"/>
                  </a:lnTo>
                  <a:lnTo>
                    <a:pt x="238671" y="90093"/>
                  </a:lnTo>
                  <a:lnTo>
                    <a:pt x="217043" y="127139"/>
                  </a:lnTo>
                  <a:lnTo>
                    <a:pt x="186664" y="156298"/>
                  </a:lnTo>
                  <a:lnTo>
                    <a:pt x="149517" y="176136"/>
                  </a:lnTo>
                  <a:lnTo>
                    <a:pt x="107594" y="185204"/>
                  </a:lnTo>
                  <a:lnTo>
                    <a:pt x="36258" y="190436"/>
                  </a:lnTo>
                  <a:lnTo>
                    <a:pt x="24917" y="192989"/>
                  </a:lnTo>
                  <a:lnTo>
                    <a:pt x="15024" y="198628"/>
                  </a:lnTo>
                  <a:lnTo>
                    <a:pt x="7162" y="206883"/>
                  </a:lnTo>
                  <a:lnTo>
                    <a:pt x="1943" y="217271"/>
                  </a:lnTo>
                  <a:lnTo>
                    <a:pt x="0" y="228739"/>
                  </a:lnTo>
                  <a:lnTo>
                    <a:pt x="1460" y="240030"/>
                  </a:lnTo>
                  <a:lnTo>
                    <a:pt x="6096" y="250431"/>
                  </a:lnTo>
                  <a:lnTo>
                    <a:pt x="13728" y="259207"/>
                  </a:lnTo>
                  <a:lnTo>
                    <a:pt x="68173" y="305663"/>
                  </a:lnTo>
                  <a:lnTo>
                    <a:pt x="96672" y="337794"/>
                  </a:lnTo>
                  <a:lnTo>
                    <a:pt x="114985" y="375780"/>
                  </a:lnTo>
                  <a:lnTo>
                    <a:pt x="122389" y="417296"/>
                  </a:lnTo>
                  <a:lnTo>
                    <a:pt x="118110" y="460032"/>
                  </a:lnTo>
                  <a:lnTo>
                    <a:pt x="101206" y="529501"/>
                  </a:lnTo>
                  <a:lnTo>
                    <a:pt x="100177" y="541045"/>
                  </a:lnTo>
                  <a:lnTo>
                    <a:pt x="126492" y="575576"/>
                  </a:lnTo>
                  <a:lnTo>
                    <a:pt x="137668" y="577621"/>
                  </a:lnTo>
                  <a:lnTo>
                    <a:pt x="148945" y="576364"/>
                  </a:lnTo>
                  <a:lnTo>
                    <a:pt x="159588" y="571779"/>
                  </a:lnTo>
                  <a:lnTo>
                    <a:pt x="220802" y="533755"/>
                  </a:lnTo>
                  <a:lnTo>
                    <a:pt x="260019" y="516445"/>
                  </a:lnTo>
                  <a:lnTo>
                    <a:pt x="301713" y="510679"/>
                  </a:lnTo>
                  <a:lnTo>
                    <a:pt x="343395" y="516445"/>
                  </a:lnTo>
                  <a:lnTo>
                    <a:pt x="382625" y="533755"/>
                  </a:lnTo>
                  <a:lnTo>
                    <a:pt x="443826" y="571779"/>
                  </a:lnTo>
                  <a:lnTo>
                    <a:pt x="454469" y="576364"/>
                  </a:lnTo>
                  <a:lnTo>
                    <a:pt x="495490" y="562127"/>
                  </a:lnTo>
                  <a:lnTo>
                    <a:pt x="503250" y="541045"/>
                  </a:lnTo>
                  <a:lnTo>
                    <a:pt x="502221" y="529501"/>
                  </a:lnTo>
                  <a:lnTo>
                    <a:pt x="497636" y="510679"/>
                  </a:lnTo>
                  <a:lnTo>
                    <a:pt x="485305" y="460032"/>
                  </a:lnTo>
                  <a:lnTo>
                    <a:pt x="481037" y="417296"/>
                  </a:lnTo>
                  <a:lnTo>
                    <a:pt x="488429" y="375780"/>
                  </a:lnTo>
                  <a:lnTo>
                    <a:pt x="506755" y="337794"/>
                  </a:lnTo>
                  <a:lnTo>
                    <a:pt x="535254" y="305663"/>
                  </a:lnTo>
                  <a:lnTo>
                    <a:pt x="589699" y="259207"/>
                  </a:lnTo>
                  <a:lnTo>
                    <a:pt x="597319" y="250431"/>
                  </a:lnTo>
                  <a:lnTo>
                    <a:pt x="601967" y="240030"/>
                  </a:lnTo>
                  <a:lnTo>
                    <a:pt x="603427" y="228739"/>
                  </a:lnTo>
                  <a:close/>
                </a:path>
                <a:path w="5489575" h="577850">
                  <a:moveTo>
                    <a:pt x="5489181" y="228739"/>
                  </a:moveTo>
                  <a:lnTo>
                    <a:pt x="5464264" y="192989"/>
                  </a:lnTo>
                  <a:lnTo>
                    <a:pt x="5381587" y="185204"/>
                  </a:lnTo>
                  <a:lnTo>
                    <a:pt x="5339664" y="176136"/>
                  </a:lnTo>
                  <a:lnTo>
                    <a:pt x="5302516" y="156298"/>
                  </a:lnTo>
                  <a:lnTo>
                    <a:pt x="5272138" y="127139"/>
                  </a:lnTo>
                  <a:lnTo>
                    <a:pt x="5250510" y="90093"/>
                  </a:lnTo>
                  <a:lnTo>
                    <a:pt x="5223548" y="24218"/>
                  </a:lnTo>
                  <a:lnTo>
                    <a:pt x="5217604" y="14262"/>
                  </a:lnTo>
                  <a:lnTo>
                    <a:pt x="5209197" y="6616"/>
                  </a:lnTo>
                  <a:lnTo>
                    <a:pt x="5198935" y="1727"/>
                  </a:lnTo>
                  <a:lnTo>
                    <a:pt x="5187467" y="0"/>
                  </a:lnTo>
                  <a:lnTo>
                    <a:pt x="5175999" y="1727"/>
                  </a:lnTo>
                  <a:lnTo>
                    <a:pt x="5165737" y="6616"/>
                  </a:lnTo>
                  <a:lnTo>
                    <a:pt x="5157330" y="14262"/>
                  </a:lnTo>
                  <a:lnTo>
                    <a:pt x="5151386" y="24218"/>
                  </a:lnTo>
                  <a:lnTo>
                    <a:pt x="5124424" y="90093"/>
                  </a:lnTo>
                  <a:lnTo>
                    <a:pt x="5102809" y="127139"/>
                  </a:lnTo>
                  <a:lnTo>
                    <a:pt x="5072418" y="156298"/>
                  </a:lnTo>
                  <a:lnTo>
                    <a:pt x="5035270" y="176136"/>
                  </a:lnTo>
                  <a:lnTo>
                    <a:pt x="4993348" y="185204"/>
                  </a:lnTo>
                  <a:lnTo>
                    <a:pt x="4922012" y="190436"/>
                  </a:lnTo>
                  <a:lnTo>
                    <a:pt x="4910671" y="192989"/>
                  </a:lnTo>
                  <a:lnTo>
                    <a:pt x="4900777" y="198628"/>
                  </a:lnTo>
                  <a:lnTo>
                    <a:pt x="4892916" y="206883"/>
                  </a:lnTo>
                  <a:lnTo>
                    <a:pt x="4887696" y="217271"/>
                  </a:lnTo>
                  <a:lnTo>
                    <a:pt x="4885753" y="228739"/>
                  </a:lnTo>
                  <a:lnTo>
                    <a:pt x="4887214" y="240030"/>
                  </a:lnTo>
                  <a:lnTo>
                    <a:pt x="4891862" y="250431"/>
                  </a:lnTo>
                  <a:lnTo>
                    <a:pt x="4899482" y="259207"/>
                  </a:lnTo>
                  <a:lnTo>
                    <a:pt x="4953927" y="305663"/>
                  </a:lnTo>
                  <a:lnTo>
                    <a:pt x="4982426" y="337794"/>
                  </a:lnTo>
                  <a:lnTo>
                    <a:pt x="5000739" y="375780"/>
                  </a:lnTo>
                  <a:lnTo>
                    <a:pt x="5008143" y="417296"/>
                  </a:lnTo>
                  <a:lnTo>
                    <a:pt x="5003876" y="460032"/>
                  </a:lnTo>
                  <a:lnTo>
                    <a:pt x="4986960" y="529501"/>
                  </a:lnTo>
                  <a:lnTo>
                    <a:pt x="4985931" y="541045"/>
                  </a:lnTo>
                  <a:lnTo>
                    <a:pt x="5012258" y="575576"/>
                  </a:lnTo>
                  <a:lnTo>
                    <a:pt x="5023421" y="577621"/>
                  </a:lnTo>
                  <a:lnTo>
                    <a:pt x="5034699" y="576364"/>
                  </a:lnTo>
                  <a:lnTo>
                    <a:pt x="5045354" y="571779"/>
                  </a:lnTo>
                  <a:lnTo>
                    <a:pt x="5106555" y="533755"/>
                  </a:lnTo>
                  <a:lnTo>
                    <a:pt x="5145773" y="516445"/>
                  </a:lnTo>
                  <a:lnTo>
                    <a:pt x="5187467" y="510679"/>
                  </a:lnTo>
                  <a:lnTo>
                    <a:pt x="5229161" y="516445"/>
                  </a:lnTo>
                  <a:lnTo>
                    <a:pt x="5268379" y="533755"/>
                  </a:lnTo>
                  <a:lnTo>
                    <a:pt x="5329580" y="571779"/>
                  </a:lnTo>
                  <a:lnTo>
                    <a:pt x="5340235" y="576364"/>
                  </a:lnTo>
                  <a:lnTo>
                    <a:pt x="5381244" y="562127"/>
                  </a:lnTo>
                  <a:lnTo>
                    <a:pt x="5389003" y="541045"/>
                  </a:lnTo>
                  <a:lnTo>
                    <a:pt x="5387975" y="529501"/>
                  </a:lnTo>
                  <a:lnTo>
                    <a:pt x="5383390" y="510679"/>
                  </a:lnTo>
                  <a:lnTo>
                    <a:pt x="5371071" y="460032"/>
                  </a:lnTo>
                  <a:lnTo>
                    <a:pt x="5366791" y="417296"/>
                  </a:lnTo>
                  <a:lnTo>
                    <a:pt x="5374195" y="375780"/>
                  </a:lnTo>
                  <a:lnTo>
                    <a:pt x="5392509" y="337794"/>
                  </a:lnTo>
                  <a:lnTo>
                    <a:pt x="5421007" y="305663"/>
                  </a:lnTo>
                  <a:lnTo>
                    <a:pt x="5475452" y="259207"/>
                  </a:lnTo>
                  <a:lnTo>
                    <a:pt x="5483085" y="250431"/>
                  </a:lnTo>
                  <a:lnTo>
                    <a:pt x="5487721" y="240030"/>
                  </a:lnTo>
                  <a:lnTo>
                    <a:pt x="5489181" y="228739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5019" y="1638127"/>
              <a:ext cx="14601824" cy="8229599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7553185" y="156356"/>
            <a:ext cx="318198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200" spc="375" i="1">
                <a:solidFill>
                  <a:srgbClr val="D9AFFF"/>
                </a:solidFill>
                <a:latin typeface="Georgia"/>
                <a:cs typeface="Georgia"/>
              </a:rPr>
              <a:t>About</a:t>
            </a:r>
            <a:r>
              <a:rPr dirty="0" sz="4200" spc="-160" i="1">
                <a:solidFill>
                  <a:srgbClr val="D9AFFF"/>
                </a:solidFill>
                <a:latin typeface="Georgia"/>
                <a:cs typeface="Georgia"/>
              </a:rPr>
              <a:t> </a:t>
            </a:r>
            <a:r>
              <a:rPr dirty="0" sz="4200" spc="275" i="1">
                <a:solidFill>
                  <a:srgbClr val="D9AFFF"/>
                </a:solidFill>
                <a:latin typeface="Georgia"/>
                <a:cs typeface="Georgia"/>
              </a:rPr>
              <a:t>Hani</a:t>
            </a:r>
            <a:endParaRPr sz="4200">
              <a:latin typeface="Georgia"/>
              <a:cs typeface="Georgi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x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14277596" y="8382031"/>
            <a:ext cx="145478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40">
                <a:solidFill>
                  <a:srgbClr val="38096E"/>
                </a:solidFill>
                <a:latin typeface="SimSun"/>
                <a:cs typeface="SimSun"/>
              </a:rPr>
              <a:t>一般雷射槍</a:t>
            </a:r>
            <a:endParaRPr sz="2500">
              <a:latin typeface="SimSun"/>
              <a:cs typeface="SimSu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47595" y="8899556"/>
            <a:ext cx="145478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40">
                <a:solidFill>
                  <a:srgbClr val="38096E"/>
                </a:solidFill>
                <a:latin typeface="SimSun"/>
                <a:cs typeface="SimSun"/>
              </a:rPr>
              <a:t>蜜香脈衝炮</a:t>
            </a:r>
            <a:endParaRPr sz="25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980461" y="5002065"/>
              <a:ext cx="2152650" cy="1306830"/>
            </a:xfrm>
            <a:custGeom>
              <a:avLst/>
              <a:gdLst/>
              <a:ahLst/>
              <a:cxnLst/>
              <a:rect l="l" t="t" r="r" b="b"/>
              <a:pathLst>
                <a:path w="2152650" h="1306829">
                  <a:moveTo>
                    <a:pt x="2152477" y="276224"/>
                  </a:moveTo>
                  <a:lnTo>
                    <a:pt x="2152477" y="1030347"/>
                  </a:lnTo>
                  <a:lnTo>
                    <a:pt x="2147120" y="1084487"/>
                  </a:lnTo>
                  <a:lnTo>
                    <a:pt x="2131450" y="1136053"/>
                  </a:lnTo>
                  <a:lnTo>
                    <a:pt x="2106068" y="1183596"/>
                  </a:lnTo>
                  <a:lnTo>
                    <a:pt x="2071572" y="1225667"/>
                  </a:lnTo>
                  <a:lnTo>
                    <a:pt x="2029502" y="1260163"/>
                  </a:lnTo>
                  <a:lnTo>
                    <a:pt x="1981959" y="1285545"/>
                  </a:lnTo>
                  <a:lnTo>
                    <a:pt x="1930392" y="1301215"/>
                  </a:lnTo>
                  <a:lnTo>
                    <a:pt x="1876252" y="1306572"/>
                  </a:lnTo>
                  <a:lnTo>
                    <a:pt x="276224" y="1306572"/>
                  </a:lnTo>
                  <a:lnTo>
                    <a:pt x="222084" y="1301215"/>
                  </a:lnTo>
                  <a:lnTo>
                    <a:pt x="170518" y="1285545"/>
                  </a:lnTo>
                  <a:lnTo>
                    <a:pt x="122975" y="1260163"/>
                  </a:lnTo>
                  <a:lnTo>
                    <a:pt x="80904" y="1225667"/>
                  </a:lnTo>
                  <a:lnTo>
                    <a:pt x="46409" y="1183596"/>
                  </a:lnTo>
                  <a:lnTo>
                    <a:pt x="21026" y="1136053"/>
                  </a:lnTo>
                  <a:lnTo>
                    <a:pt x="5356" y="1084487"/>
                  </a:lnTo>
                  <a:lnTo>
                    <a:pt x="0" y="1030347"/>
                  </a:lnTo>
                  <a:lnTo>
                    <a:pt x="0" y="276224"/>
                  </a:lnTo>
                  <a:lnTo>
                    <a:pt x="5356" y="222084"/>
                  </a:lnTo>
                  <a:lnTo>
                    <a:pt x="21026" y="170518"/>
                  </a:lnTo>
                  <a:lnTo>
                    <a:pt x="46409" y="122975"/>
                  </a:lnTo>
                  <a:lnTo>
                    <a:pt x="80904" y="80904"/>
                  </a:lnTo>
                  <a:lnTo>
                    <a:pt x="122975" y="46409"/>
                  </a:lnTo>
                  <a:lnTo>
                    <a:pt x="170518" y="21026"/>
                  </a:lnTo>
                  <a:lnTo>
                    <a:pt x="222084" y="5356"/>
                  </a:lnTo>
                  <a:lnTo>
                    <a:pt x="276224" y="0"/>
                  </a:lnTo>
                  <a:lnTo>
                    <a:pt x="1876252" y="0"/>
                  </a:lnTo>
                  <a:lnTo>
                    <a:pt x="1930392" y="5356"/>
                  </a:lnTo>
                  <a:lnTo>
                    <a:pt x="1981959" y="21026"/>
                  </a:lnTo>
                  <a:lnTo>
                    <a:pt x="2029502" y="46409"/>
                  </a:lnTo>
                  <a:lnTo>
                    <a:pt x="2071572" y="80904"/>
                  </a:lnTo>
                  <a:lnTo>
                    <a:pt x="2106068" y="122975"/>
                  </a:lnTo>
                  <a:lnTo>
                    <a:pt x="2131450" y="170518"/>
                  </a:lnTo>
                  <a:lnTo>
                    <a:pt x="2147120" y="222084"/>
                  </a:lnTo>
                  <a:lnTo>
                    <a:pt x="2152477" y="276224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0458" y="5003753"/>
              <a:ext cx="2152650" cy="1304925"/>
            </a:xfrm>
            <a:custGeom>
              <a:avLst/>
              <a:gdLst/>
              <a:ahLst/>
              <a:cxnLst/>
              <a:rect l="l" t="t" r="r" b="b"/>
              <a:pathLst>
                <a:path w="2152650" h="1304925">
                  <a:moveTo>
                    <a:pt x="1892897" y="12"/>
                  </a:moveTo>
                  <a:lnTo>
                    <a:pt x="1981889" y="19299"/>
                  </a:lnTo>
                  <a:lnTo>
                    <a:pt x="2029453" y="44679"/>
                  </a:lnTo>
                  <a:lnTo>
                    <a:pt x="2071545" y="79180"/>
                  </a:lnTo>
                  <a:lnTo>
                    <a:pt x="2106058" y="121264"/>
                  </a:lnTo>
                  <a:lnTo>
                    <a:pt x="2131452" y="168825"/>
                  </a:lnTo>
                  <a:lnTo>
                    <a:pt x="2147124" y="220413"/>
                  </a:lnTo>
                  <a:lnTo>
                    <a:pt x="2152479" y="274563"/>
                  </a:lnTo>
                  <a:lnTo>
                    <a:pt x="2152480" y="1028654"/>
                  </a:lnTo>
                  <a:lnTo>
                    <a:pt x="2147118" y="1082815"/>
                  </a:lnTo>
                  <a:lnTo>
                    <a:pt x="2131435" y="1134399"/>
                  </a:lnTo>
                  <a:lnTo>
                    <a:pt x="2106034" y="1181953"/>
                  </a:lnTo>
                  <a:lnTo>
                    <a:pt x="2071517" y="1224027"/>
                  </a:lnTo>
                  <a:lnTo>
                    <a:pt x="2029425" y="1258517"/>
                  </a:lnTo>
                  <a:lnTo>
                    <a:pt x="1981864" y="1283886"/>
                  </a:lnTo>
                  <a:lnTo>
                    <a:pt x="1930287" y="1299537"/>
                  </a:lnTo>
                  <a:lnTo>
                    <a:pt x="1876145" y="1304883"/>
                  </a:lnTo>
                  <a:lnTo>
                    <a:pt x="276208" y="1304882"/>
                  </a:lnTo>
                  <a:lnTo>
                    <a:pt x="222066" y="1299520"/>
                  </a:lnTo>
                  <a:lnTo>
                    <a:pt x="170500" y="1283846"/>
                  </a:lnTo>
                  <a:lnTo>
                    <a:pt x="122958" y="1258459"/>
                  </a:lnTo>
                  <a:lnTo>
                    <a:pt x="80891" y="1223960"/>
                  </a:lnTo>
                  <a:lnTo>
                    <a:pt x="46400" y="1181887"/>
                  </a:lnTo>
                  <a:lnTo>
                    <a:pt x="21022" y="1134344"/>
                  </a:lnTo>
                  <a:lnTo>
                    <a:pt x="5357" y="1082779"/>
                  </a:lnTo>
                  <a:lnTo>
                    <a:pt x="1" y="1028642"/>
                  </a:lnTo>
                  <a:lnTo>
                    <a:pt x="0" y="274563"/>
                  </a:lnTo>
                  <a:lnTo>
                    <a:pt x="5350" y="220423"/>
                  </a:lnTo>
                  <a:lnTo>
                    <a:pt x="21015" y="168856"/>
                  </a:lnTo>
                  <a:lnTo>
                    <a:pt x="46393" y="121309"/>
                  </a:lnTo>
                  <a:lnTo>
                    <a:pt x="80885" y="79233"/>
                  </a:lnTo>
                  <a:lnTo>
                    <a:pt x="122955" y="44732"/>
                  </a:lnTo>
                  <a:lnTo>
                    <a:pt x="170500" y="19344"/>
                  </a:lnTo>
                  <a:lnTo>
                    <a:pt x="222070" y="3670"/>
                  </a:lnTo>
                  <a:lnTo>
                    <a:pt x="259583" y="0"/>
                  </a:lnTo>
                </a:path>
              </a:pathLst>
            </a:custGeom>
            <a:ln w="19049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345039" y="5019144"/>
              <a:ext cx="2152650" cy="1306830"/>
            </a:xfrm>
            <a:custGeom>
              <a:avLst/>
              <a:gdLst/>
              <a:ahLst/>
              <a:cxnLst/>
              <a:rect l="l" t="t" r="r" b="b"/>
              <a:pathLst>
                <a:path w="2152650" h="1306829">
                  <a:moveTo>
                    <a:pt x="2152477" y="276224"/>
                  </a:moveTo>
                  <a:lnTo>
                    <a:pt x="2152477" y="1030347"/>
                  </a:lnTo>
                  <a:lnTo>
                    <a:pt x="2147120" y="1084487"/>
                  </a:lnTo>
                  <a:lnTo>
                    <a:pt x="2131450" y="1136053"/>
                  </a:lnTo>
                  <a:lnTo>
                    <a:pt x="2106068" y="1183596"/>
                  </a:lnTo>
                  <a:lnTo>
                    <a:pt x="2071573" y="1225667"/>
                  </a:lnTo>
                  <a:lnTo>
                    <a:pt x="2029502" y="1260163"/>
                  </a:lnTo>
                  <a:lnTo>
                    <a:pt x="1981959" y="1285545"/>
                  </a:lnTo>
                  <a:lnTo>
                    <a:pt x="1930392" y="1301215"/>
                  </a:lnTo>
                  <a:lnTo>
                    <a:pt x="1876252" y="1306572"/>
                  </a:lnTo>
                  <a:lnTo>
                    <a:pt x="276224" y="1306572"/>
                  </a:lnTo>
                  <a:lnTo>
                    <a:pt x="222084" y="1301215"/>
                  </a:lnTo>
                  <a:lnTo>
                    <a:pt x="170518" y="1285545"/>
                  </a:lnTo>
                  <a:lnTo>
                    <a:pt x="122975" y="1260163"/>
                  </a:lnTo>
                  <a:lnTo>
                    <a:pt x="80904" y="1225667"/>
                  </a:lnTo>
                  <a:lnTo>
                    <a:pt x="46409" y="1183596"/>
                  </a:lnTo>
                  <a:lnTo>
                    <a:pt x="21026" y="1136053"/>
                  </a:lnTo>
                  <a:lnTo>
                    <a:pt x="5356" y="1084487"/>
                  </a:lnTo>
                  <a:lnTo>
                    <a:pt x="0" y="1030347"/>
                  </a:lnTo>
                  <a:lnTo>
                    <a:pt x="0" y="276224"/>
                  </a:lnTo>
                  <a:lnTo>
                    <a:pt x="5356" y="222084"/>
                  </a:lnTo>
                  <a:lnTo>
                    <a:pt x="21026" y="170518"/>
                  </a:lnTo>
                  <a:lnTo>
                    <a:pt x="46409" y="122975"/>
                  </a:lnTo>
                  <a:lnTo>
                    <a:pt x="80904" y="80904"/>
                  </a:lnTo>
                  <a:lnTo>
                    <a:pt x="122975" y="46409"/>
                  </a:lnTo>
                  <a:lnTo>
                    <a:pt x="170518" y="21026"/>
                  </a:lnTo>
                  <a:lnTo>
                    <a:pt x="222084" y="5356"/>
                  </a:lnTo>
                  <a:lnTo>
                    <a:pt x="276224" y="0"/>
                  </a:lnTo>
                  <a:lnTo>
                    <a:pt x="1876252" y="0"/>
                  </a:lnTo>
                  <a:lnTo>
                    <a:pt x="1930392" y="5356"/>
                  </a:lnTo>
                  <a:lnTo>
                    <a:pt x="1981959" y="21026"/>
                  </a:lnTo>
                  <a:lnTo>
                    <a:pt x="2029502" y="46409"/>
                  </a:lnTo>
                  <a:lnTo>
                    <a:pt x="2071573" y="80904"/>
                  </a:lnTo>
                  <a:lnTo>
                    <a:pt x="2106068" y="122975"/>
                  </a:lnTo>
                  <a:lnTo>
                    <a:pt x="2131450" y="170518"/>
                  </a:lnTo>
                  <a:lnTo>
                    <a:pt x="2147120" y="222084"/>
                  </a:lnTo>
                  <a:lnTo>
                    <a:pt x="2152477" y="276224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345036" y="5020832"/>
              <a:ext cx="2152650" cy="1304925"/>
            </a:xfrm>
            <a:custGeom>
              <a:avLst/>
              <a:gdLst/>
              <a:ahLst/>
              <a:cxnLst/>
              <a:rect l="l" t="t" r="r" b="b"/>
              <a:pathLst>
                <a:path w="2152650" h="1304925">
                  <a:moveTo>
                    <a:pt x="1892897" y="12"/>
                  </a:moveTo>
                  <a:lnTo>
                    <a:pt x="1981889" y="19299"/>
                  </a:lnTo>
                  <a:lnTo>
                    <a:pt x="2029453" y="44679"/>
                  </a:lnTo>
                  <a:lnTo>
                    <a:pt x="2071545" y="79180"/>
                  </a:lnTo>
                  <a:lnTo>
                    <a:pt x="2106058" y="121264"/>
                  </a:lnTo>
                  <a:lnTo>
                    <a:pt x="2131452" y="168825"/>
                  </a:lnTo>
                  <a:lnTo>
                    <a:pt x="2147124" y="220413"/>
                  </a:lnTo>
                  <a:lnTo>
                    <a:pt x="2152479" y="274563"/>
                  </a:lnTo>
                  <a:lnTo>
                    <a:pt x="2152480" y="1028654"/>
                  </a:lnTo>
                  <a:lnTo>
                    <a:pt x="2147118" y="1082815"/>
                  </a:lnTo>
                  <a:lnTo>
                    <a:pt x="2131435" y="1134399"/>
                  </a:lnTo>
                  <a:lnTo>
                    <a:pt x="2106034" y="1181953"/>
                  </a:lnTo>
                  <a:lnTo>
                    <a:pt x="2071517" y="1224027"/>
                  </a:lnTo>
                  <a:lnTo>
                    <a:pt x="2029425" y="1258517"/>
                  </a:lnTo>
                  <a:lnTo>
                    <a:pt x="1981864" y="1283887"/>
                  </a:lnTo>
                  <a:lnTo>
                    <a:pt x="1930287" y="1299538"/>
                  </a:lnTo>
                  <a:lnTo>
                    <a:pt x="1876145" y="1304883"/>
                  </a:lnTo>
                  <a:lnTo>
                    <a:pt x="276208" y="1304882"/>
                  </a:lnTo>
                  <a:lnTo>
                    <a:pt x="222066" y="1299521"/>
                  </a:lnTo>
                  <a:lnTo>
                    <a:pt x="170499" y="1283846"/>
                  </a:lnTo>
                  <a:lnTo>
                    <a:pt x="122958" y="1258459"/>
                  </a:lnTo>
                  <a:lnTo>
                    <a:pt x="80891" y="1223960"/>
                  </a:lnTo>
                  <a:lnTo>
                    <a:pt x="46400" y="1181887"/>
                  </a:lnTo>
                  <a:lnTo>
                    <a:pt x="21022" y="1134344"/>
                  </a:lnTo>
                  <a:lnTo>
                    <a:pt x="5357" y="1082779"/>
                  </a:lnTo>
                  <a:lnTo>
                    <a:pt x="0" y="1028642"/>
                  </a:lnTo>
                  <a:lnTo>
                    <a:pt x="0" y="274563"/>
                  </a:lnTo>
                  <a:lnTo>
                    <a:pt x="5350" y="220423"/>
                  </a:lnTo>
                  <a:lnTo>
                    <a:pt x="21015" y="168856"/>
                  </a:lnTo>
                  <a:lnTo>
                    <a:pt x="46393" y="121309"/>
                  </a:lnTo>
                  <a:lnTo>
                    <a:pt x="80885" y="79234"/>
                  </a:lnTo>
                  <a:lnTo>
                    <a:pt x="122955" y="44732"/>
                  </a:lnTo>
                  <a:lnTo>
                    <a:pt x="170500" y="19344"/>
                  </a:lnTo>
                  <a:lnTo>
                    <a:pt x="222070" y="3670"/>
                  </a:lnTo>
                  <a:lnTo>
                    <a:pt x="259583" y="0"/>
                  </a:lnTo>
                </a:path>
              </a:pathLst>
            </a:custGeom>
            <a:ln w="19049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707066" y="5019144"/>
              <a:ext cx="2152650" cy="1306830"/>
            </a:xfrm>
            <a:custGeom>
              <a:avLst/>
              <a:gdLst/>
              <a:ahLst/>
              <a:cxnLst/>
              <a:rect l="l" t="t" r="r" b="b"/>
              <a:pathLst>
                <a:path w="2152650" h="1306829">
                  <a:moveTo>
                    <a:pt x="2152477" y="276224"/>
                  </a:moveTo>
                  <a:lnTo>
                    <a:pt x="2152477" y="1030347"/>
                  </a:lnTo>
                  <a:lnTo>
                    <a:pt x="2147120" y="1084487"/>
                  </a:lnTo>
                  <a:lnTo>
                    <a:pt x="2131450" y="1136053"/>
                  </a:lnTo>
                  <a:lnTo>
                    <a:pt x="2106068" y="1183596"/>
                  </a:lnTo>
                  <a:lnTo>
                    <a:pt x="2071572" y="1225667"/>
                  </a:lnTo>
                  <a:lnTo>
                    <a:pt x="2029502" y="1260163"/>
                  </a:lnTo>
                  <a:lnTo>
                    <a:pt x="1981959" y="1285545"/>
                  </a:lnTo>
                  <a:lnTo>
                    <a:pt x="1930392" y="1301215"/>
                  </a:lnTo>
                  <a:lnTo>
                    <a:pt x="1876252" y="1306572"/>
                  </a:lnTo>
                  <a:lnTo>
                    <a:pt x="276224" y="1306572"/>
                  </a:lnTo>
                  <a:lnTo>
                    <a:pt x="222084" y="1301215"/>
                  </a:lnTo>
                  <a:lnTo>
                    <a:pt x="170518" y="1285545"/>
                  </a:lnTo>
                  <a:lnTo>
                    <a:pt x="122975" y="1260163"/>
                  </a:lnTo>
                  <a:lnTo>
                    <a:pt x="80904" y="1225667"/>
                  </a:lnTo>
                  <a:lnTo>
                    <a:pt x="46409" y="1183596"/>
                  </a:lnTo>
                  <a:lnTo>
                    <a:pt x="21026" y="1136053"/>
                  </a:lnTo>
                  <a:lnTo>
                    <a:pt x="5356" y="1084487"/>
                  </a:lnTo>
                  <a:lnTo>
                    <a:pt x="0" y="1030347"/>
                  </a:lnTo>
                  <a:lnTo>
                    <a:pt x="0" y="276224"/>
                  </a:lnTo>
                  <a:lnTo>
                    <a:pt x="5356" y="222084"/>
                  </a:lnTo>
                  <a:lnTo>
                    <a:pt x="21026" y="170518"/>
                  </a:lnTo>
                  <a:lnTo>
                    <a:pt x="46409" y="122975"/>
                  </a:lnTo>
                  <a:lnTo>
                    <a:pt x="80904" y="80904"/>
                  </a:lnTo>
                  <a:lnTo>
                    <a:pt x="122975" y="46409"/>
                  </a:lnTo>
                  <a:lnTo>
                    <a:pt x="170518" y="21026"/>
                  </a:lnTo>
                  <a:lnTo>
                    <a:pt x="222084" y="5356"/>
                  </a:lnTo>
                  <a:lnTo>
                    <a:pt x="276224" y="0"/>
                  </a:lnTo>
                  <a:lnTo>
                    <a:pt x="1876252" y="0"/>
                  </a:lnTo>
                  <a:lnTo>
                    <a:pt x="1930392" y="5356"/>
                  </a:lnTo>
                  <a:lnTo>
                    <a:pt x="1981959" y="21026"/>
                  </a:lnTo>
                  <a:lnTo>
                    <a:pt x="2029502" y="46409"/>
                  </a:lnTo>
                  <a:lnTo>
                    <a:pt x="2071572" y="80904"/>
                  </a:lnTo>
                  <a:lnTo>
                    <a:pt x="2106068" y="122975"/>
                  </a:lnTo>
                  <a:lnTo>
                    <a:pt x="2131450" y="170518"/>
                  </a:lnTo>
                  <a:lnTo>
                    <a:pt x="2147120" y="222084"/>
                  </a:lnTo>
                  <a:lnTo>
                    <a:pt x="2152477" y="276224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707063" y="5020832"/>
              <a:ext cx="2152650" cy="1304925"/>
            </a:xfrm>
            <a:custGeom>
              <a:avLst/>
              <a:gdLst/>
              <a:ahLst/>
              <a:cxnLst/>
              <a:rect l="l" t="t" r="r" b="b"/>
              <a:pathLst>
                <a:path w="2152650" h="1304925">
                  <a:moveTo>
                    <a:pt x="1892897" y="12"/>
                  </a:moveTo>
                  <a:lnTo>
                    <a:pt x="1981889" y="19299"/>
                  </a:lnTo>
                  <a:lnTo>
                    <a:pt x="2029453" y="44679"/>
                  </a:lnTo>
                  <a:lnTo>
                    <a:pt x="2071545" y="79180"/>
                  </a:lnTo>
                  <a:lnTo>
                    <a:pt x="2106058" y="121264"/>
                  </a:lnTo>
                  <a:lnTo>
                    <a:pt x="2131452" y="168825"/>
                  </a:lnTo>
                  <a:lnTo>
                    <a:pt x="2147125" y="220413"/>
                  </a:lnTo>
                  <a:lnTo>
                    <a:pt x="2152479" y="274563"/>
                  </a:lnTo>
                  <a:lnTo>
                    <a:pt x="2152480" y="1028654"/>
                  </a:lnTo>
                  <a:lnTo>
                    <a:pt x="2147118" y="1082815"/>
                  </a:lnTo>
                  <a:lnTo>
                    <a:pt x="2131435" y="1134399"/>
                  </a:lnTo>
                  <a:lnTo>
                    <a:pt x="2106034" y="1181953"/>
                  </a:lnTo>
                  <a:lnTo>
                    <a:pt x="2071517" y="1224027"/>
                  </a:lnTo>
                  <a:lnTo>
                    <a:pt x="2029425" y="1258517"/>
                  </a:lnTo>
                  <a:lnTo>
                    <a:pt x="1981864" y="1283887"/>
                  </a:lnTo>
                  <a:lnTo>
                    <a:pt x="1930287" y="1299538"/>
                  </a:lnTo>
                  <a:lnTo>
                    <a:pt x="1876145" y="1304883"/>
                  </a:lnTo>
                  <a:lnTo>
                    <a:pt x="276208" y="1304882"/>
                  </a:lnTo>
                  <a:lnTo>
                    <a:pt x="222066" y="1299521"/>
                  </a:lnTo>
                  <a:lnTo>
                    <a:pt x="170499" y="1283846"/>
                  </a:lnTo>
                  <a:lnTo>
                    <a:pt x="122958" y="1258459"/>
                  </a:lnTo>
                  <a:lnTo>
                    <a:pt x="80891" y="1223960"/>
                  </a:lnTo>
                  <a:lnTo>
                    <a:pt x="46400" y="1181887"/>
                  </a:lnTo>
                  <a:lnTo>
                    <a:pt x="21022" y="1134344"/>
                  </a:lnTo>
                  <a:lnTo>
                    <a:pt x="5357" y="1082779"/>
                  </a:lnTo>
                  <a:lnTo>
                    <a:pt x="0" y="1028642"/>
                  </a:lnTo>
                  <a:lnTo>
                    <a:pt x="0" y="274563"/>
                  </a:lnTo>
                  <a:lnTo>
                    <a:pt x="5350" y="220424"/>
                  </a:lnTo>
                  <a:lnTo>
                    <a:pt x="21015" y="168856"/>
                  </a:lnTo>
                  <a:lnTo>
                    <a:pt x="46393" y="121309"/>
                  </a:lnTo>
                  <a:lnTo>
                    <a:pt x="80885" y="79234"/>
                  </a:lnTo>
                  <a:lnTo>
                    <a:pt x="122955" y="44732"/>
                  </a:lnTo>
                  <a:lnTo>
                    <a:pt x="170500" y="19344"/>
                  </a:lnTo>
                  <a:lnTo>
                    <a:pt x="222070" y="3670"/>
                  </a:lnTo>
                  <a:lnTo>
                    <a:pt x="259583" y="0"/>
                  </a:lnTo>
                </a:path>
              </a:pathLst>
            </a:custGeom>
            <a:ln w="19049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0431121" y="5002065"/>
              <a:ext cx="2152650" cy="1306830"/>
            </a:xfrm>
            <a:custGeom>
              <a:avLst/>
              <a:gdLst/>
              <a:ahLst/>
              <a:cxnLst/>
              <a:rect l="l" t="t" r="r" b="b"/>
              <a:pathLst>
                <a:path w="2152650" h="1306829">
                  <a:moveTo>
                    <a:pt x="2152478" y="276224"/>
                  </a:moveTo>
                  <a:lnTo>
                    <a:pt x="2152478" y="1030347"/>
                  </a:lnTo>
                  <a:lnTo>
                    <a:pt x="2147121" y="1084487"/>
                  </a:lnTo>
                  <a:lnTo>
                    <a:pt x="2131451" y="1136053"/>
                  </a:lnTo>
                  <a:lnTo>
                    <a:pt x="2106068" y="1183596"/>
                  </a:lnTo>
                  <a:lnTo>
                    <a:pt x="2071572" y="1225667"/>
                  </a:lnTo>
                  <a:lnTo>
                    <a:pt x="2029502" y="1260163"/>
                  </a:lnTo>
                  <a:lnTo>
                    <a:pt x="1981959" y="1285545"/>
                  </a:lnTo>
                  <a:lnTo>
                    <a:pt x="1930392" y="1301215"/>
                  </a:lnTo>
                  <a:lnTo>
                    <a:pt x="1876252" y="1306572"/>
                  </a:lnTo>
                  <a:lnTo>
                    <a:pt x="276224" y="1306572"/>
                  </a:lnTo>
                  <a:lnTo>
                    <a:pt x="222084" y="1301215"/>
                  </a:lnTo>
                  <a:lnTo>
                    <a:pt x="170518" y="1285545"/>
                  </a:lnTo>
                  <a:lnTo>
                    <a:pt x="122975" y="1260163"/>
                  </a:lnTo>
                  <a:lnTo>
                    <a:pt x="80904" y="1225667"/>
                  </a:lnTo>
                  <a:lnTo>
                    <a:pt x="46409" y="1183596"/>
                  </a:lnTo>
                  <a:lnTo>
                    <a:pt x="21026" y="1136053"/>
                  </a:lnTo>
                  <a:lnTo>
                    <a:pt x="5356" y="1084487"/>
                  </a:lnTo>
                  <a:lnTo>
                    <a:pt x="0" y="1030347"/>
                  </a:lnTo>
                  <a:lnTo>
                    <a:pt x="0" y="276224"/>
                  </a:lnTo>
                  <a:lnTo>
                    <a:pt x="5356" y="222084"/>
                  </a:lnTo>
                  <a:lnTo>
                    <a:pt x="21026" y="170518"/>
                  </a:lnTo>
                  <a:lnTo>
                    <a:pt x="46409" y="122975"/>
                  </a:lnTo>
                  <a:lnTo>
                    <a:pt x="80904" y="80904"/>
                  </a:lnTo>
                  <a:lnTo>
                    <a:pt x="122975" y="46409"/>
                  </a:lnTo>
                  <a:lnTo>
                    <a:pt x="170518" y="21026"/>
                  </a:lnTo>
                  <a:lnTo>
                    <a:pt x="222084" y="5356"/>
                  </a:lnTo>
                  <a:lnTo>
                    <a:pt x="276224" y="0"/>
                  </a:lnTo>
                  <a:lnTo>
                    <a:pt x="1876252" y="0"/>
                  </a:lnTo>
                  <a:lnTo>
                    <a:pt x="1930392" y="5356"/>
                  </a:lnTo>
                  <a:lnTo>
                    <a:pt x="1981959" y="21026"/>
                  </a:lnTo>
                  <a:lnTo>
                    <a:pt x="2029502" y="46409"/>
                  </a:lnTo>
                  <a:lnTo>
                    <a:pt x="2071572" y="80904"/>
                  </a:lnTo>
                  <a:lnTo>
                    <a:pt x="2106068" y="122975"/>
                  </a:lnTo>
                  <a:lnTo>
                    <a:pt x="2131451" y="170518"/>
                  </a:lnTo>
                  <a:lnTo>
                    <a:pt x="2147121" y="222084"/>
                  </a:lnTo>
                  <a:lnTo>
                    <a:pt x="2152478" y="276224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0431119" y="5003753"/>
              <a:ext cx="2152650" cy="1304925"/>
            </a:xfrm>
            <a:custGeom>
              <a:avLst/>
              <a:gdLst/>
              <a:ahLst/>
              <a:cxnLst/>
              <a:rect l="l" t="t" r="r" b="b"/>
              <a:pathLst>
                <a:path w="2152650" h="1304925">
                  <a:moveTo>
                    <a:pt x="1892897" y="12"/>
                  </a:moveTo>
                  <a:lnTo>
                    <a:pt x="1981889" y="19299"/>
                  </a:lnTo>
                  <a:lnTo>
                    <a:pt x="2029453" y="44679"/>
                  </a:lnTo>
                  <a:lnTo>
                    <a:pt x="2071545" y="79180"/>
                  </a:lnTo>
                  <a:lnTo>
                    <a:pt x="2106058" y="121264"/>
                  </a:lnTo>
                  <a:lnTo>
                    <a:pt x="2131452" y="168825"/>
                  </a:lnTo>
                  <a:lnTo>
                    <a:pt x="2147000" y="220433"/>
                  </a:lnTo>
                  <a:lnTo>
                    <a:pt x="2152480" y="274563"/>
                  </a:lnTo>
                  <a:lnTo>
                    <a:pt x="2152480" y="1028654"/>
                  </a:lnTo>
                  <a:lnTo>
                    <a:pt x="2147118" y="1082816"/>
                  </a:lnTo>
                  <a:lnTo>
                    <a:pt x="2131435" y="1134399"/>
                  </a:lnTo>
                  <a:lnTo>
                    <a:pt x="2106033" y="1181953"/>
                  </a:lnTo>
                  <a:lnTo>
                    <a:pt x="2071516" y="1224026"/>
                  </a:lnTo>
                  <a:lnTo>
                    <a:pt x="2029425" y="1258517"/>
                  </a:lnTo>
                  <a:lnTo>
                    <a:pt x="1981864" y="1283887"/>
                  </a:lnTo>
                  <a:lnTo>
                    <a:pt x="1930287" y="1299537"/>
                  </a:lnTo>
                  <a:lnTo>
                    <a:pt x="1876145" y="1304883"/>
                  </a:lnTo>
                  <a:lnTo>
                    <a:pt x="276208" y="1304882"/>
                  </a:lnTo>
                  <a:lnTo>
                    <a:pt x="222066" y="1299520"/>
                  </a:lnTo>
                  <a:lnTo>
                    <a:pt x="170499" y="1283846"/>
                  </a:lnTo>
                  <a:lnTo>
                    <a:pt x="122958" y="1258459"/>
                  </a:lnTo>
                  <a:lnTo>
                    <a:pt x="80891" y="1223960"/>
                  </a:lnTo>
                  <a:lnTo>
                    <a:pt x="46400" y="1181887"/>
                  </a:lnTo>
                  <a:lnTo>
                    <a:pt x="21022" y="1134344"/>
                  </a:lnTo>
                  <a:lnTo>
                    <a:pt x="5357" y="1082779"/>
                  </a:lnTo>
                  <a:lnTo>
                    <a:pt x="1" y="1028642"/>
                  </a:lnTo>
                  <a:lnTo>
                    <a:pt x="0" y="274563"/>
                  </a:lnTo>
                  <a:lnTo>
                    <a:pt x="5350" y="220424"/>
                  </a:lnTo>
                  <a:lnTo>
                    <a:pt x="21014" y="168856"/>
                  </a:lnTo>
                  <a:lnTo>
                    <a:pt x="46393" y="121309"/>
                  </a:lnTo>
                  <a:lnTo>
                    <a:pt x="80885" y="79234"/>
                  </a:lnTo>
                  <a:lnTo>
                    <a:pt x="122955" y="44732"/>
                  </a:lnTo>
                  <a:lnTo>
                    <a:pt x="170500" y="19344"/>
                  </a:lnTo>
                  <a:lnTo>
                    <a:pt x="222070" y="3670"/>
                  </a:lnTo>
                  <a:lnTo>
                    <a:pt x="259583" y="0"/>
                  </a:lnTo>
                </a:path>
              </a:pathLst>
            </a:custGeom>
            <a:ln w="19049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793147" y="5002065"/>
              <a:ext cx="2152650" cy="1306830"/>
            </a:xfrm>
            <a:custGeom>
              <a:avLst/>
              <a:gdLst/>
              <a:ahLst/>
              <a:cxnLst/>
              <a:rect l="l" t="t" r="r" b="b"/>
              <a:pathLst>
                <a:path w="2152650" h="1306829">
                  <a:moveTo>
                    <a:pt x="2152477" y="276224"/>
                  </a:moveTo>
                  <a:lnTo>
                    <a:pt x="2152477" y="1030347"/>
                  </a:lnTo>
                  <a:lnTo>
                    <a:pt x="2147120" y="1084487"/>
                  </a:lnTo>
                  <a:lnTo>
                    <a:pt x="2131451" y="1136053"/>
                  </a:lnTo>
                  <a:lnTo>
                    <a:pt x="2106068" y="1183596"/>
                  </a:lnTo>
                  <a:lnTo>
                    <a:pt x="2071572" y="1225667"/>
                  </a:lnTo>
                  <a:lnTo>
                    <a:pt x="2029501" y="1260163"/>
                  </a:lnTo>
                  <a:lnTo>
                    <a:pt x="1981958" y="1285545"/>
                  </a:lnTo>
                  <a:lnTo>
                    <a:pt x="1930392" y="1301215"/>
                  </a:lnTo>
                  <a:lnTo>
                    <a:pt x="1876252" y="1306572"/>
                  </a:lnTo>
                  <a:lnTo>
                    <a:pt x="276224" y="1306572"/>
                  </a:lnTo>
                  <a:lnTo>
                    <a:pt x="222084" y="1301215"/>
                  </a:lnTo>
                  <a:lnTo>
                    <a:pt x="170518" y="1285545"/>
                  </a:lnTo>
                  <a:lnTo>
                    <a:pt x="122975" y="1260163"/>
                  </a:lnTo>
                  <a:lnTo>
                    <a:pt x="80904" y="1225667"/>
                  </a:lnTo>
                  <a:lnTo>
                    <a:pt x="46408" y="1183596"/>
                  </a:lnTo>
                  <a:lnTo>
                    <a:pt x="21026" y="1136053"/>
                  </a:lnTo>
                  <a:lnTo>
                    <a:pt x="5356" y="1084487"/>
                  </a:lnTo>
                  <a:lnTo>
                    <a:pt x="0" y="1030347"/>
                  </a:lnTo>
                  <a:lnTo>
                    <a:pt x="0" y="276224"/>
                  </a:lnTo>
                  <a:lnTo>
                    <a:pt x="5356" y="222084"/>
                  </a:lnTo>
                  <a:lnTo>
                    <a:pt x="21026" y="170518"/>
                  </a:lnTo>
                  <a:lnTo>
                    <a:pt x="46408" y="122975"/>
                  </a:lnTo>
                  <a:lnTo>
                    <a:pt x="80904" y="80904"/>
                  </a:lnTo>
                  <a:lnTo>
                    <a:pt x="122975" y="46409"/>
                  </a:lnTo>
                  <a:lnTo>
                    <a:pt x="170518" y="21026"/>
                  </a:lnTo>
                  <a:lnTo>
                    <a:pt x="222084" y="5356"/>
                  </a:lnTo>
                  <a:lnTo>
                    <a:pt x="276224" y="0"/>
                  </a:lnTo>
                  <a:lnTo>
                    <a:pt x="1876252" y="0"/>
                  </a:lnTo>
                  <a:lnTo>
                    <a:pt x="1930392" y="5356"/>
                  </a:lnTo>
                  <a:lnTo>
                    <a:pt x="1981958" y="21026"/>
                  </a:lnTo>
                  <a:lnTo>
                    <a:pt x="2029501" y="46409"/>
                  </a:lnTo>
                  <a:lnTo>
                    <a:pt x="2071572" y="80904"/>
                  </a:lnTo>
                  <a:lnTo>
                    <a:pt x="2106068" y="122975"/>
                  </a:lnTo>
                  <a:lnTo>
                    <a:pt x="2131451" y="170518"/>
                  </a:lnTo>
                  <a:lnTo>
                    <a:pt x="2147120" y="222084"/>
                  </a:lnTo>
                  <a:lnTo>
                    <a:pt x="2152477" y="276224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793145" y="5003753"/>
              <a:ext cx="2152650" cy="1304925"/>
            </a:xfrm>
            <a:custGeom>
              <a:avLst/>
              <a:gdLst/>
              <a:ahLst/>
              <a:cxnLst/>
              <a:rect l="l" t="t" r="r" b="b"/>
              <a:pathLst>
                <a:path w="2152650" h="1304925">
                  <a:moveTo>
                    <a:pt x="1892897" y="12"/>
                  </a:moveTo>
                  <a:lnTo>
                    <a:pt x="1981889" y="19299"/>
                  </a:lnTo>
                  <a:lnTo>
                    <a:pt x="2029453" y="44679"/>
                  </a:lnTo>
                  <a:lnTo>
                    <a:pt x="2071545" y="79180"/>
                  </a:lnTo>
                  <a:lnTo>
                    <a:pt x="2106058" y="121263"/>
                  </a:lnTo>
                  <a:lnTo>
                    <a:pt x="2131452" y="168825"/>
                  </a:lnTo>
                  <a:lnTo>
                    <a:pt x="2147124" y="220413"/>
                  </a:lnTo>
                  <a:lnTo>
                    <a:pt x="2152479" y="274563"/>
                  </a:lnTo>
                  <a:lnTo>
                    <a:pt x="2152480" y="1028654"/>
                  </a:lnTo>
                  <a:lnTo>
                    <a:pt x="2147118" y="1082815"/>
                  </a:lnTo>
                  <a:lnTo>
                    <a:pt x="2131435" y="1134399"/>
                  </a:lnTo>
                  <a:lnTo>
                    <a:pt x="2106034" y="1181953"/>
                  </a:lnTo>
                  <a:lnTo>
                    <a:pt x="2071517" y="1224027"/>
                  </a:lnTo>
                  <a:lnTo>
                    <a:pt x="2029425" y="1258517"/>
                  </a:lnTo>
                  <a:lnTo>
                    <a:pt x="1981864" y="1283886"/>
                  </a:lnTo>
                  <a:lnTo>
                    <a:pt x="1930287" y="1299537"/>
                  </a:lnTo>
                  <a:lnTo>
                    <a:pt x="1876145" y="1304883"/>
                  </a:lnTo>
                  <a:lnTo>
                    <a:pt x="276208" y="1304882"/>
                  </a:lnTo>
                  <a:lnTo>
                    <a:pt x="222066" y="1299520"/>
                  </a:lnTo>
                  <a:lnTo>
                    <a:pt x="170499" y="1283846"/>
                  </a:lnTo>
                  <a:lnTo>
                    <a:pt x="122958" y="1258459"/>
                  </a:lnTo>
                  <a:lnTo>
                    <a:pt x="80891" y="1223960"/>
                  </a:lnTo>
                  <a:lnTo>
                    <a:pt x="46400" y="1181887"/>
                  </a:lnTo>
                  <a:lnTo>
                    <a:pt x="21022" y="1134344"/>
                  </a:lnTo>
                  <a:lnTo>
                    <a:pt x="5357" y="1082779"/>
                  </a:lnTo>
                  <a:lnTo>
                    <a:pt x="1" y="1028642"/>
                  </a:lnTo>
                  <a:lnTo>
                    <a:pt x="0" y="274563"/>
                  </a:lnTo>
                  <a:lnTo>
                    <a:pt x="5350" y="220424"/>
                  </a:lnTo>
                  <a:lnTo>
                    <a:pt x="21014" y="168856"/>
                  </a:lnTo>
                  <a:lnTo>
                    <a:pt x="46392" y="121309"/>
                  </a:lnTo>
                  <a:lnTo>
                    <a:pt x="80885" y="79234"/>
                  </a:lnTo>
                  <a:lnTo>
                    <a:pt x="122955" y="44732"/>
                  </a:lnTo>
                  <a:lnTo>
                    <a:pt x="170500" y="19344"/>
                  </a:lnTo>
                  <a:lnTo>
                    <a:pt x="222069" y="3670"/>
                  </a:lnTo>
                  <a:lnTo>
                    <a:pt x="259583" y="0"/>
                  </a:lnTo>
                </a:path>
              </a:pathLst>
            </a:custGeom>
            <a:ln w="19049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5155175" y="5019144"/>
              <a:ext cx="2152650" cy="1306830"/>
            </a:xfrm>
            <a:custGeom>
              <a:avLst/>
              <a:gdLst/>
              <a:ahLst/>
              <a:cxnLst/>
              <a:rect l="l" t="t" r="r" b="b"/>
              <a:pathLst>
                <a:path w="2152650" h="1306829">
                  <a:moveTo>
                    <a:pt x="2152477" y="276224"/>
                  </a:moveTo>
                  <a:lnTo>
                    <a:pt x="2152477" y="1030347"/>
                  </a:lnTo>
                  <a:lnTo>
                    <a:pt x="2147120" y="1084487"/>
                  </a:lnTo>
                  <a:lnTo>
                    <a:pt x="2131451" y="1136053"/>
                  </a:lnTo>
                  <a:lnTo>
                    <a:pt x="2106068" y="1183596"/>
                  </a:lnTo>
                  <a:lnTo>
                    <a:pt x="2071572" y="1225667"/>
                  </a:lnTo>
                  <a:lnTo>
                    <a:pt x="2029501" y="1260163"/>
                  </a:lnTo>
                  <a:lnTo>
                    <a:pt x="1981958" y="1285545"/>
                  </a:lnTo>
                  <a:lnTo>
                    <a:pt x="1930392" y="1301215"/>
                  </a:lnTo>
                  <a:lnTo>
                    <a:pt x="1876252" y="1306572"/>
                  </a:lnTo>
                  <a:lnTo>
                    <a:pt x="276224" y="1306572"/>
                  </a:lnTo>
                  <a:lnTo>
                    <a:pt x="222084" y="1301215"/>
                  </a:lnTo>
                  <a:lnTo>
                    <a:pt x="170518" y="1285545"/>
                  </a:lnTo>
                  <a:lnTo>
                    <a:pt x="122975" y="1260163"/>
                  </a:lnTo>
                  <a:lnTo>
                    <a:pt x="80904" y="1225667"/>
                  </a:lnTo>
                  <a:lnTo>
                    <a:pt x="46409" y="1183596"/>
                  </a:lnTo>
                  <a:lnTo>
                    <a:pt x="21026" y="1136053"/>
                  </a:lnTo>
                  <a:lnTo>
                    <a:pt x="5356" y="1084487"/>
                  </a:lnTo>
                  <a:lnTo>
                    <a:pt x="0" y="1030347"/>
                  </a:lnTo>
                  <a:lnTo>
                    <a:pt x="0" y="276224"/>
                  </a:lnTo>
                  <a:lnTo>
                    <a:pt x="5356" y="222084"/>
                  </a:lnTo>
                  <a:lnTo>
                    <a:pt x="21026" y="170518"/>
                  </a:lnTo>
                  <a:lnTo>
                    <a:pt x="46409" y="122975"/>
                  </a:lnTo>
                  <a:lnTo>
                    <a:pt x="80904" y="80904"/>
                  </a:lnTo>
                  <a:lnTo>
                    <a:pt x="122975" y="46409"/>
                  </a:lnTo>
                  <a:lnTo>
                    <a:pt x="170518" y="21026"/>
                  </a:lnTo>
                  <a:lnTo>
                    <a:pt x="222084" y="5356"/>
                  </a:lnTo>
                  <a:lnTo>
                    <a:pt x="276224" y="0"/>
                  </a:lnTo>
                  <a:lnTo>
                    <a:pt x="1876252" y="0"/>
                  </a:lnTo>
                  <a:lnTo>
                    <a:pt x="1930392" y="5356"/>
                  </a:lnTo>
                  <a:lnTo>
                    <a:pt x="1981958" y="21026"/>
                  </a:lnTo>
                  <a:lnTo>
                    <a:pt x="2029501" y="46409"/>
                  </a:lnTo>
                  <a:lnTo>
                    <a:pt x="2071572" y="80904"/>
                  </a:lnTo>
                  <a:lnTo>
                    <a:pt x="2106068" y="122975"/>
                  </a:lnTo>
                  <a:lnTo>
                    <a:pt x="2131451" y="170518"/>
                  </a:lnTo>
                  <a:lnTo>
                    <a:pt x="2147120" y="222084"/>
                  </a:lnTo>
                  <a:lnTo>
                    <a:pt x="2152477" y="276224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5155172" y="5020832"/>
              <a:ext cx="2152650" cy="1304925"/>
            </a:xfrm>
            <a:custGeom>
              <a:avLst/>
              <a:gdLst/>
              <a:ahLst/>
              <a:cxnLst/>
              <a:rect l="l" t="t" r="r" b="b"/>
              <a:pathLst>
                <a:path w="2152650" h="1304925">
                  <a:moveTo>
                    <a:pt x="1892897" y="12"/>
                  </a:moveTo>
                  <a:lnTo>
                    <a:pt x="1981889" y="19299"/>
                  </a:lnTo>
                  <a:lnTo>
                    <a:pt x="2029453" y="44679"/>
                  </a:lnTo>
                  <a:lnTo>
                    <a:pt x="2071545" y="79180"/>
                  </a:lnTo>
                  <a:lnTo>
                    <a:pt x="2106058" y="121263"/>
                  </a:lnTo>
                  <a:lnTo>
                    <a:pt x="2131452" y="168825"/>
                  </a:lnTo>
                  <a:lnTo>
                    <a:pt x="2147125" y="220413"/>
                  </a:lnTo>
                  <a:lnTo>
                    <a:pt x="2152479" y="274563"/>
                  </a:lnTo>
                  <a:lnTo>
                    <a:pt x="2152480" y="1028654"/>
                  </a:lnTo>
                  <a:lnTo>
                    <a:pt x="2147118" y="1082816"/>
                  </a:lnTo>
                  <a:lnTo>
                    <a:pt x="2131435" y="1134399"/>
                  </a:lnTo>
                  <a:lnTo>
                    <a:pt x="2106034" y="1181953"/>
                  </a:lnTo>
                  <a:lnTo>
                    <a:pt x="2071517" y="1224027"/>
                  </a:lnTo>
                  <a:lnTo>
                    <a:pt x="2029425" y="1258517"/>
                  </a:lnTo>
                  <a:lnTo>
                    <a:pt x="1981864" y="1283887"/>
                  </a:lnTo>
                  <a:lnTo>
                    <a:pt x="1930287" y="1299538"/>
                  </a:lnTo>
                  <a:lnTo>
                    <a:pt x="1876145" y="1304884"/>
                  </a:lnTo>
                  <a:lnTo>
                    <a:pt x="276208" y="1304882"/>
                  </a:lnTo>
                  <a:lnTo>
                    <a:pt x="222065" y="1299521"/>
                  </a:lnTo>
                  <a:lnTo>
                    <a:pt x="170499" y="1283846"/>
                  </a:lnTo>
                  <a:lnTo>
                    <a:pt x="122958" y="1258459"/>
                  </a:lnTo>
                  <a:lnTo>
                    <a:pt x="80891" y="1223960"/>
                  </a:lnTo>
                  <a:lnTo>
                    <a:pt x="46400" y="1181887"/>
                  </a:lnTo>
                  <a:lnTo>
                    <a:pt x="21022" y="1134344"/>
                  </a:lnTo>
                  <a:lnTo>
                    <a:pt x="5357" y="1082779"/>
                  </a:lnTo>
                  <a:lnTo>
                    <a:pt x="0" y="1028642"/>
                  </a:lnTo>
                  <a:lnTo>
                    <a:pt x="0" y="274563"/>
                  </a:lnTo>
                  <a:lnTo>
                    <a:pt x="5350" y="220424"/>
                  </a:lnTo>
                  <a:lnTo>
                    <a:pt x="21014" y="168856"/>
                  </a:lnTo>
                  <a:lnTo>
                    <a:pt x="46392" y="121309"/>
                  </a:lnTo>
                  <a:lnTo>
                    <a:pt x="80885" y="79234"/>
                  </a:lnTo>
                  <a:lnTo>
                    <a:pt x="122955" y="44733"/>
                  </a:lnTo>
                  <a:lnTo>
                    <a:pt x="170500" y="19344"/>
                  </a:lnTo>
                  <a:lnTo>
                    <a:pt x="222069" y="3670"/>
                  </a:lnTo>
                  <a:lnTo>
                    <a:pt x="259583" y="0"/>
                  </a:lnTo>
                </a:path>
              </a:pathLst>
            </a:custGeom>
            <a:ln w="19049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069094" y="5771145"/>
              <a:ext cx="2152650" cy="1306830"/>
            </a:xfrm>
            <a:custGeom>
              <a:avLst/>
              <a:gdLst/>
              <a:ahLst/>
              <a:cxnLst/>
              <a:rect l="l" t="t" r="r" b="b"/>
              <a:pathLst>
                <a:path w="2152650" h="1306829">
                  <a:moveTo>
                    <a:pt x="2152477" y="276224"/>
                  </a:moveTo>
                  <a:lnTo>
                    <a:pt x="2152477" y="1030347"/>
                  </a:lnTo>
                  <a:lnTo>
                    <a:pt x="2147120" y="1084487"/>
                  </a:lnTo>
                  <a:lnTo>
                    <a:pt x="2131450" y="1136053"/>
                  </a:lnTo>
                  <a:lnTo>
                    <a:pt x="2106068" y="1183596"/>
                  </a:lnTo>
                  <a:lnTo>
                    <a:pt x="2071572" y="1225667"/>
                  </a:lnTo>
                  <a:lnTo>
                    <a:pt x="2029502" y="1260163"/>
                  </a:lnTo>
                  <a:lnTo>
                    <a:pt x="1981959" y="1285545"/>
                  </a:lnTo>
                  <a:lnTo>
                    <a:pt x="1930392" y="1301215"/>
                  </a:lnTo>
                  <a:lnTo>
                    <a:pt x="1876252" y="1306572"/>
                  </a:lnTo>
                  <a:lnTo>
                    <a:pt x="276224" y="1306572"/>
                  </a:lnTo>
                  <a:lnTo>
                    <a:pt x="222084" y="1301215"/>
                  </a:lnTo>
                  <a:lnTo>
                    <a:pt x="170518" y="1285545"/>
                  </a:lnTo>
                  <a:lnTo>
                    <a:pt x="122975" y="1260163"/>
                  </a:lnTo>
                  <a:lnTo>
                    <a:pt x="80904" y="1225667"/>
                  </a:lnTo>
                  <a:lnTo>
                    <a:pt x="46408" y="1183596"/>
                  </a:lnTo>
                  <a:lnTo>
                    <a:pt x="21026" y="1136053"/>
                  </a:lnTo>
                  <a:lnTo>
                    <a:pt x="5356" y="1084487"/>
                  </a:lnTo>
                  <a:lnTo>
                    <a:pt x="0" y="1030347"/>
                  </a:lnTo>
                  <a:lnTo>
                    <a:pt x="0" y="276224"/>
                  </a:lnTo>
                  <a:lnTo>
                    <a:pt x="5356" y="222084"/>
                  </a:lnTo>
                  <a:lnTo>
                    <a:pt x="21026" y="170518"/>
                  </a:lnTo>
                  <a:lnTo>
                    <a:pt x="46408" y="122975"/>
                  </a:lnTo>
                  <a:lnTo>
                    <a:pt x="80904" y="80904"/>
                  </a:lnTo>
                  <a:lnTo>
                    <a:pt x="122975" y="46409"/>
                  </a:lnTo>
                  <a:lnTo>
                    <a:pt x="170518" y="21026"/>
                  </a:lnTo>
                  <a:lnTo>
                    <a:pt x="222084" y="5356"/>
                  </a:lnTo>
                  <a:lnTo>
                    <a:pt x="276224" y="0"/>
                  </a:lnTo>
                  <a:lnTo>
                    <a:pt x="1876252" y="0"/>
                  </a:lnTo>
                  <a:lnTo>
                    <a:pt x="1930392" y="5356"/>
                  </a:lnTo>
                  <a:lnTo>
                    <a:pt x="1981959" y="21026"/>
                  </a:lnTo>
                  <a:lnTo>
                    <a:pt x="2029502" y="46409"/>
                  </a:lnTo>
                  <a:lnTo>
                    <a:pt x="2071572" y="80904"/>
                  </a:lnTo>
                  <a:lnTo>
                    <a:pt x="2106068" y="122975"/>
                  </a:lnTo>
                  <a:lnTo>
                    <a:pt x="2131450" y="170518"/>
                  </a:lnTo>
                  <a:lnTo>
                    <a:pt x="2147120" y="222084"/>
                  </a:lnTo>
                  <a:lnTo>
                    <a:pt x="2152477" y="276224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069091" y="5772833"/>
              <a:ext cx="2152650" cy="1304925"/>
            </a:xfrm>
            <a:custGeom>
              <a:avLst/>
              <a:gdLst/>
              <a:ahLst/>
              <a:cxnLst/>
              <a:rect l="l" t="t" r="r" b="b"/>
              <a:pathLst>
                <a:path w="2152650" h="1304925">
                  <a:moveTo>
                    <a:pt x="1892897" y="12"/>
                  </a:moveTo>
                  <a:lnTo>
                    <a:pt x="1981889" y="19299"/>
                  </a:lnTo>
                  <a:lnTo>
                    <a:pt x="2029453" y="44679"/>
                  </a:lnTo>
                  <a:lnTo>
                    <a:pt x="2071545" y="79180"/>
                  </a:lnTo>
                  <a:lnTo>
                    <a:pt x="2106058" y="121264"/>
                  </a:lnTo>
                  <a:lnTo>
                    <a:pt x="2131451" y="168825"/>
                  </a:lnTo>
                  <a:lnTo>
                    <a:pt x="2147124" y="220413"/>
                  </a:lnTo>
                  <a:lnTo>
                    <a:pt x="2152479" y="274563"/>
                  </a:lnTo>
                  <a:lnTo>
                    <a:pt x="2152480" y="1028654"/>
                  </a:lnTo>
                  <a:lnTo>
                    <a:pt x="2147117" y="1082815"/>
                  </a:lnTo>
                  <a:lnTo>
                    <a:pt x="2131435" y="1134399"/>
                  </a:lnTo>
                  <a:lnTo>
                    <a:pt x="2106033" y="1181953"/>
                  </a:lnTo>
                  <a:lnTo>
                    <a:pt x="2071517" y="1224027"/>
                  </a:lnTo>
                  <a:lnTo>
                    <a:pt x="2029425" y="1258517"/>
                  </a:lnTo>
                  <a:lnTo>
                    <a:pt x="1981864" y="1283886"/>
                  </a:lnTo>
                  <a:lnTo>
                    <a:pt x="1930287" y="1299537"/>
                  </a:lnTo>
                  <a:lnTo>
                    <a:pt x="1876145" y="1304883"/>
                  </a:lnTo>
                  <a:lnTo>
                    <a:pt x="276208" y="1304881"/>
                  </a:lnTo>
                  <a:lnTo>
                    <a:pt x="222066" y="1299520"/>
                  </a:lnTo>
                  <a:lnTo>
                    <a:pt x="170499" y="1283846"/>
                  </a:lnTo>
                  <a:lnTo>
                    <a:pt x="122958" y="1258459"/>
                  </a:lnTo>
                  <a:lnTo>
                    <a:pt x="80891" y="1223960"/>
                  </a:lnTo>
                  <a:lnTo>
                    <a:pt x="46400" y="1181887"/>
                  </a:lnTo>
                  <a:lnTo>
                    <a:pt x="21022" y="1134344"/>
                  </a:lnTo>
                  <a:lnTo>
                    <a:pt x="5357" y="1082779"/>
                  </a:lnTo>
                  <a:lnTo>
                    <a:pt x="1" y="1028642"/>
                  </a:lnTo>
                  <a:lnTo>
                    <a:pt x="0" y="274563"/>
                  </a:lnTo>
                  <a:lnTo>
                    <a:pt x="5350" y="220424"/>
                  </a:lnTo>
                  <a:lnTo>
                    <a:pt x="21014" y="168856"/>
                  </a:lnTo>
                  <a:lnTo>
                    <a:pt x="46392" y="121309"/>
                  </a:lnTo>
                  <a:lnTo>
                    <a:pt x="80885" y="79233"/>
                  </a:lnTo>
                  <a:lnTo>
                    <a:pt x="122955" y="44732"/>
                  </a:lnTo>
                  <a:lnTo>
                    <a:pt x="170500" y="19344"/>
                  </a:lnTo>
                  <a:lnTo>
                    <a:pt x="222070" y="3670"/>
                  </a:lnTo>
                  <a:lnTo>
                    <a:pt x="259583" y="0"/>
                  </a:lnTo>
                </a:path>
              </a:pathLst>
            </a:custGeom>
            <a:ln w="19049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069094" y="4232985"/>
              <a:ext cx="2152650" cy="1306830"/>
            </a:xfrm>
            <a:custGeom>
              <a:avLst/>
              <a:gdLst/>
              <a:ahLst/>
              <a:cxnLst/>
              <a:rect l="l" t="t" r="r" b="b"/>
              <a:pathLst>
                <a:path w="2152650" h="1306829">
                  <a:moveTo>
                    <a:pt x="2152477" y="276224"/>
                  </a:moveTo>
                  <a:lnTo>
                    <a:pt x="2152477" y="1030347"/>
                  </a:lnTo>
                  <a:lnTo>
                    <a:pt x="2147120" y="1084487"/>
                  </a:lnTo>
                  <a:lnTo>
                    <a:pt x="2131450" y="1136053"/>
                  </a:lnTo>
                  <a:lnTo>
                    <a:pt x="2106068" y="1183596"/>
                  </a:lnTo>
                  <a:lnTo>
                    <a:pt x="2071572" y="1225667"/>
                  </a:lnTo>
                  <a:lnTo>
                    <a:pt x="2029502" y="1260163"/>
                  </a:lnTo>
                  <a:lnTo>
                    <a:pt x="1981959" y="1285545"/>
                  </a:lnTo>
                  <a:lnTo>
                    <a:pt x="1930392" y="1301215"/>
                  </a:lnTo>
                  <a:lnTo>
                    <a:pt x="1876252" y="1306572"/>
                  </a:lnTo>
                  <a:lnTo>
                    <a:pt x="276224" y="1306572"/>
                  </a:lnTo>
                  <a:lnTo>
                    <a:pt x="222084" y="1301215"/>
                  </a:lnTo>
                  <a:lnTo>
                    <a:pt x="170518" y="1285545"/>
                  </a:lnTo>
                  <a:lnTo>
                    <a:pt x="122975" y="1260163"/>
                  </a:lnTo>
                  <a:lnTo>
                    <a:pt x="80904" y="1225667"/>
                  </a:lnTo>
                  <a:lnTo>
                    <a:pt x="46408" y="1183596"/>
                  </a:lnTo>
                  <a:lnTo>
                    <a:pt x="21026" y="1136053"/>
                  </a:lnTo>
                  <a:lnTo>
                    <a:pt x="5356" y="1084487"/>
                  </a:lnTo>
                  <a:lnTo>
                    <a:pt x="0" y="1030347"/>
                  </a:lnTo>
                  <a:lnTo>
                    <a:pt x="0" y="276224"/>
                  </a:lnTo>
                  <a:lnTo>
                    <a:pt x="5356" y="222084"/>
                  </a:lnTo>
                  <a:lnTo>
                    <a:pt x="21026" y="170518"/>
                  </a:lnTo>
                  <a:lnTo>
                    <a:pt x="46408" y="122975"/>
                  </a:lnTo>
                  <a:lnTo>
                    <a:pt x="80904" y="80904"/>
                  </a:lnTo>
                  <a:lnTo>
                    <a:pt x="122975" y="46409"/>
                  </a:lnTo>
                  <a:lnTo>
                    <a:pt x="170518" y="21026"/>
                  </a:lnTo>
                  <a:lnTo>
                    <a:pt x="222084" y="5356"/>
                  </a:lnTo>
                  <a:lnTo>
                    <a:pt x="276224" y="0"/>
                  </a:lnTo>
                  <a:lnTo>
                    <a:pt x="1876252" y="0"/>
                  </a:lnTo>
                  <a:lnTo>
                    <a:pt x="1930392" y="5356"/>
                  </a:lnTo>
                  <a:lnTo>
                    <a:pt x="1981959" y="21026"/>
                  </a:lnTo>
                  <a:lnTo>
                    <a:pt x="2029502" y="46409"/>
                  </a:lnTo>
                  <a:lnTo>
                    <a:pt x="2071572" y="80904"/>
                  </a:lnTo>
                  <a:lnTo>
                    <a:pt x="2106068" y="122975"/>
                  </a:lnTo>
                  <a:lnTo>
                    <a:pt x="2131450" y="170518"/>
                  </a:lnTo>
                  <a:lnTo>
                    <a:pt x="2147120" y="222084"/>
                  </a:lnTo>
                  <a:lnTo>
                    <a:pt x="2152477" y="276224"/>
                  </a:lnTo>
                  <a:close/>
                </a:path>
              </a:pathLst>
            </a:custGeom>
            <a:solidFill>
              <a:srgbClr val="D9A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069091" y="4234673"/>
              <a:ext cx="2152650" cy="1304925"/>
            </a:xfrm>
            <a:custGeom>
              <a:avLst/>
              <a:gdLst/>
              <a:ahLst/>
              <a:cxnLst/>
              <a:rect l="l" t="t" r="r" b="b"/>
              <a:pathLst>
                <a:path w="2152650" h="1304925">
                  <a:moveTo>
                    <a:pt x="1892897" y="12"/>
                  </a:moveTo>
                  <a:lnTo>
                    <a:pt x="1981889" y="19299"/>
                  </a:lnTo>
                  <a:lnTo>
                    <a:pt x="2029453" y="44679"/>
                  </a:lnTo>
                  <a:lnTo>
                    <a:pt x="2071545" y="79180"/>
                  </a:lnTo>
                  <a:lnTo>
                    <a:pt x="2106058" y="121264"/>
                  </a:lnTo>
                  <a:lnTo>
                    <a:pt x="2131451" y="168825"/>
                  </a:lnTo>
                  <a:lnTo>
                    <a:pt x="2147124" y="220413"/>
                  </a:lnTo>
                  <a:lnTo>
                    <a:pt x="2152479" y="274563"/>
                  </a:lnTo>
                  <a:lnTo>
                    <a:pt x="2152480" y="1028654"/>
                  </a:lnTo>
                  <a:lnTo>
                    <a:pt x="2147118" y="1082815"/>
                  </a:lnTo>
                  <a:lnTo>
                    <a:pt x="2131435" y="1134399"/>
                  </a:lnTo>
                  <a:lnTo>
                    <a:pt x="2106034" y="1181953"/>
                  </a:lnTo>
                  <a:lnTo>
                    <a:pt x="2071517" y="1224027"/>
                  </a:lnTo>
                  <a:lnTo>
                    <a:pt x="2029425" y="1258517"/>
                  </a:lnTo>
                  <a:lnTo>
                    <a:pt x="1981864" y="1283887"/>
                  </a:lnTo>
                  <a:lnTo>
                    <a:pt x="1930287" y="1299538"/>
                  </a:lnTo>
                  <a:lnTo>
                    <a:pt x="1876145" y="1304884"/>
                  </a:lnTo>
                  <a:lnTo>
                    <a:pt x="276208" y="1304882"/>
                  </a:lnTo>
                  <a:lnTo>
                    <a:pt x="222066" y="1299521"/>
                  </a:lnTo>
                  <a:lnTo>
                    <a:pt x="170499" y="1283846"/>
                  </a:lnTo>
                  <a:lnTo>
                    <a:pt x="122958" y="1258459"/>
                  </a:lnTo>
                  <a:lnTo>
                    <a:pt x="80891" y="1223960"/>
                  </a:lnTo>
                  <a:lnTo>
                    <a:pt x="46400" y="1181887"/>
                  </a:lnTo>
                  <a:lnTo>
                    <a:pt x="21022" y="1134344"/>
                  </a:lnTo>
                  <a:lnTo>
                    <a:pt x="5357" y="1082779"/>
                  </a:lnTo>
                  <a:lnTo>
                    <a:pt x="0" y="1028642"/>
                  </a:lnTo>
                  <a:lnTo>
                    <a:pt x="0" y="274563"/>
                  </a:lnTo>
                  <a:lnTo>
                    <a:pt x="5350" y="220424"/>
                  </a:lnTo>
                  <a:lnTo>
                    <a:pt x="21014" y="168856"/>
                  </a:lnTo>
                  <a:lnTo>
                    <a:pt x="46392" y="121309"/>
                  </a:lnTo>
                  <a:lnTo>
                    <a:pt x="80885" y="79234"/>
                  </a:lnTo>
                  <a:lnTo>
                    <a:pt x="122955" y="44732"/>
                  </a:lnTo>
                  <a:lnTo>
                    <a:pt x="170500" y="19344"/>
                  </a:lnTo>
                  <a:lnTo>
                    <a:pt x="222070" y="3670"/>
                  </a:lnTo>
                  <a:lnTo>
                    <a:pt x="259583" y="0"/>
                  </a:lnTo>
                </a:path>
              </a:pathLst>
            </a:custGeom>
            <a:ln w="190499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3069687" y="5672497"/>
              <a:ext cx="335915" cy="0"/>
            </a:xfrm>
            <a:custGeom>
              <a:avLst/>
              <a:gdLst/>
              <a:ahLst/>
              <a:cxnLst/>
              <a:rect l="l" t="t" r="r" b="b"/>
              <a:pathLst>
                <a:path w="335914" h="0">
                  <a:moveTo>
                    <a:pt x="0" y="0"/>
                  </a:moveTo>
                  <a:lnTo>
                    <a:pt x="335292" y="0"/>
                  </a:lnTo>
                </a:path>
              </a:pathLst>
            </a:custGeom>
            <a:ln w="85724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409815" y="5698281"/>
              <a:ext cx="335915" cy="0"/>
            </a:xfrm>
            <a:custGeom>
              <a:avLst/>
              <a:gdLst/>
              <a:ahLst/>
              <a:cxnLst/>
              <a:rect l="l" t="t" r="r" b="b"/>
              <a:pathLst>
                <a:path w="335914" h="0">
                  <a:moveTo>
                    <a:pt x="0" y="0"/>
                  </a:moveTo>
                  <a:lnTo>
                    <a:pt x="335292" y="0"/>
                  </a:lnTo>
                </a:path>
              </a:pathLst>
            </a:custGeom>
            <a:ln w="85724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817932" y="4817093"/>
              <a:ext cx="302260" cy="954405"/>
            </a:xfrm>
            <a:custGeom>
              <a:avLst/>
              <a:gdLst/>
              <a:ahLst/>
              <a:cxnLst/>
              <a:rect l="l" t="t" r="r" b="b"/>
              <a:pathLst>
                <a:path w="302259" h="954404">
                  <a:moveTo>
                    <a:pt x="0" y="954071"/>
                  </a:moveTo>
                  <a:lnTo>
                    <a:pt x="301814" y="0"/>
                  </a:lnTo>
                </a:path>
              </a:pathLst>
            </a:custGeom>
            <a:ln w="85724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0169808" y="5679140"/>
              <a:ext cx="302260" cy="954405"/>
            </a:xfrm>
            <a:custGeom>
              <a:avLst/>
              <a:gdLst/>
              <a:ahLst/>
              <a:cxnLst/>
              <a:rect l="l" t="t" r="r" b="b"/>
              <a:pathLst>
                <a:path w="302259" h="954404">
                  <a:moveTo>
                    <a:pt x="301814" y="0"/>
                  </a:moveTo>
                  <a:lnTo>
                    <a:pt x="0" y="954071"/>
                  </a:lnTo>
                </a:path>
              </a:pathLst>
            </a:custGeom>
            <a:ln w="85724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813887" y="5784138"/>
              <a:ext cx="300990" cy="955040"/>
            </a:xfrm>
            <a:custGeom>
              <a:avLst/>
              <a:gdLst/>
              <a:ahLst/>
              <a:cxnLst/>
              <a:rect l="l" t="t" r="r" b="b"/>
              <a:pathLst>
                <a:path w="300990" h="955040">
                  <a:moveTo>
                    <a:pt x="0" y="0"/>
                  </a:moveTo>
                  <a:lnTo>
                    <a:pt x="300678" y="954429"/>
                  </a:lnTo>
                </a:path>
              </a:pathLst>
            </a:custGeom>
            <a:ln w="85724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174990" y="4711736"/>
              <a:ext cx="300990" cy="955040"/>
            </a:xfrm>
            <a:custGeom>
              <a:avLst/>
              <a:gdLst/>
              <a:ahLst/>
              <a:cxnLst/>
              <a:rect l="l" t="t" r="r" b="b"/>
              <a:pathLst>
                <a:path w="300990" h="955039">
                  <a:moveTo>
                    <a:pt x="300678" y="954429"/>
                  </a:moveTo>
                  <a:lnTo>
                    <a:pt x="0" y="0"/>
                  </a:lnTo>
                </a:path>
              </a:pathLst>
            </a:custGeom>
            <a:ln w="85724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545441" y="5672497"/>
              <a:ext cx="335915" cy="0"/>
            </a:xfrm>
            <a:custGeom>
              <a:avLst/>
              <a:gdLst/>
              <a:ahLst/>
              <a:cxnLst/>
              <a:rect l="l" t="t" r="r" b="b"/>
              <a:pathLst>
                <a:path w="335915" h="0">
                  <a:moveTo>
                    <a:pt x="0" y="0"/>
                  </a:moveTo>
                  <a:lnTo>
                    <a:pt x="335292" y="0"/>
                  </a:lnTo>
                </a:path>
              </a:pathLst>
            </a:custGeom>
            <a:ln w="85724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880984" y="5698281"/>
              <a:ext cx="335915" cy="0"/>
            </a:xfrm>
            <a:custGeom>
              <a:avLst/>
              <a:gdLst/>
              <a:ahLst/>
              <a:cxnLst/>
              <a:rect l="l" t="t" r="r" b="b"/>
              <a:pathLst>
                <a:path w="335915" h="0">
                  <a:moveTo>
                    <a:pt x="0" y="0"/>
                  </a:moveTo>
                  <a:lnTo>
                    <a:pt x="335292" y="0"/>
                  </a:lnTo>
                </a:path>
              </a:pathLst>
            </a:custGeom>
            <a:ln w="85724">
              <a:solidFill>
                <a:srgbClr val="5D00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5269001" y="2113508"/>
            <a:ext cx="7750175" cy="1320800"/>
          </a:xfrm>
          <a:prstGeom prst="rect"/>
        </p:spPr>
        <p:txBody>
          <a:bodyPr wrap="square" lIns="0" tIns="603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dirty="0" sz="5000" spc="409" i="1">
                <a:solidFill>
                  <a:srgbClr val="5D00B1"/>
                </a:solidFill>
                <a:latin typeface="Georgia"/>
                <a:cs typeface="Georgia"/>
              </a:rPr>
              <a:t>Gameplay</a:t>
            </a:r>
            <a:r>
              <a:rPr dirty="0" sz="5000" spc="-190" i="1">
                <a:solidFill>
                  <a:srgbClr val="5D00B1"/>
                </a:solidFill>
                <a:latin typeface="Georgia"/>
                <a:cs typeface="Georgia"/>
              </a:rPr>
              <a:t> </a:t>
            </a:r>
            <a:r>
              <a:rPr dirty="0" sz="5000" spc="530" i="1">
                <a:solidFill>
                  <a:srgbClr val="5D00B1"/>
                </a:solidFill>
                <a:latin typeface="Georgia"/>
                <a:cs typeface="Georgia"/>
              </a:rPr>
              <a:t>Progression</a:t>
            </a:r>
            <a:endParaRPr sz="5000">
              <a:latin typeface="Georgia"/>
              <a:cs typeface="Georgia"/>
            </a:endParaRPr>
          </a:p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dirty="0" sz="3000" spc="-315">
                <a:solidFill>
                  <a:srgbClr val="5D00B1"/>
                </a:solidFill>
                <a:latin typeface="SimSun"/>
                <a:cs typeface="SimSun"/>
              </a:rPr>
              <a:t>遊戲流程</a:t>
            </a:r>
            <a:endParaRPr sz="3000">
              <a:latin typeface="SimSun"/>
              <a:cs typeface="SimSun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494945" y="5209331"/>
            <a:ext cx="112331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5">
                <a:solidFill>
                  <a:srgbClr val="6B09BC"/>
                </a:solidFill>
                <a:latin typeface="SimSun"/>
                <a:cs typeface="SimSun"/>
              </a:rPr>
              <a:t>登入</a:t>
            </a:r>
            <a:endParaRPr sz="4800">
              <a:latin typeface="SimSun"/>
              <a:cs typeface="SimSu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3846355" y="5233004"/>
            <a:ext cx="11226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30">
                <a:solidFill>
                  <a:srgbClr val="6B09BC"/>
                </a:solidFill>
                <a:latin typeface="SimSun"/>
                <a:cs typeface="SimSun"/>
              </a:rPr>
              <a:t>大廳</a:t>
            </a:r>
            <a:endParaRPr sz="4800">
              <a:latin typeface="SimSun"/>
              <a:cs typeface="SimSun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586368" y="4440251"/>
            <a:ext cx="11226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30">
                <a:solidFill>
                  <a:srgbClr val="6B09BC"/>
                </a:solidFill>
                <a:latin typeface="SimSun"/>
                <a:cs typeface="SimSun"/>
              </a:rPr>
              <a:t>自訂</a:t>
            </a:r>
            <a:endParaRPr sz="4800">
              <a:latin typeface="SimSun"/>
              <a:cs typeface="SimSun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8580904" y="5978410"/>
            <a:ext cx="112268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5">
                <a:solidFill>
                  <a:srgbClr val="6B09BC"/>
                </a:solidFill>
                <a:latin typeface="SimSun"/>
                <a:cs typeface="SimSun"/>
              </a:rPr>
              <a:t>匹配</a:t>
            </a:r>
            <a:endParaRPr sz="4800">
              <a:latin typeface="SimSun"/>
              <a:cs typeface="SimSun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973794" y="5374152"/>
            <a:ext cx="1602740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-360">
                <a:solidFill>
                  <a:srgbClr val="6B09BC"/>
                </a:solidFill>
                <a:latin typeface="SimSun"/>
                <a:cs typeface="SimSun"/>
              </a:rPr>
              <a:t>模式選擇</a:t>
            </a:r>
            <a:endParaRPr sz="3450">
              <a:latin typeface="SimSun"/>
              <a:cs typeface="SimSu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0706318" y="5364627"/>
            <a:ext cx="1602105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-370">
                <a:solidFill>
                  <a:srgbClr val="6B09BC"/>
                </a:solidFill>
                <a:latin typeface="SimSun"/>
                <a:cs typeface="SimSun"/>
              </a:rPr>
              <a:t>遊戲開始</a:t>
            </a:r>
            <a:endParaRPr sz="3450">
              <a:latin typeface="SimSun"/>
              <a:cs typeface="SimSu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5340437" y="5364627"/>
            <a:ext cx="1800860" cy="55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50" spc="-335">
                <a:solidFill>
                  <a:srgbClr val="6B09BC"/>
                </a:solidFill>
                <a:latin typeface="SimSun"/>
                <a:cs typeface="SimSun"/>
              </a:rPr>
              <a:t>勝利/戰敗</a:t>
            </a:r>
            <a:endParaRPr sz="3450">
              <a:latin typeface="SimSun"/>
              <a:cs typeface="SimSu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2993594" y="5412827"/>
            <a:ext cx="1751964" cy="48640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0" spc="-310">
                <a:solidFill>
                  <a:srgbClr val="6B09BC"/>
                </a:solidFill>
                <a:latin typeface="SimSun"/>
                <a:cs typeface="SimSun"/>
              </a:rPr>
              <a:t>蒐集蜂蜜罐</a:t>
            </a:r>
            <a:endParaRPr sz="30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04951" y="7757477"/>
            <a:ext cx="5278120" cy="6223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862580" algn="l"/>
              </a:tabLst>
            </a:pPr>
            <a:r>
              <a:rPr dirty="0" sz="3900" spc="315" i="1">
                <a:solidFill>
                  <a:srgbClr val="FFFFFF"/>
                </a:solidFill>
                <a:latin typeface="Georgia"/>
                <a:cs typeface="Georgia"/>
              </a:rPr>
              <a:t>Gameplay</a:t>
            </a:r>
            <a:r>
              <a:rPr dirty="0" sz="3900" i="1">
                <a:solidFill>
                  <a:srgbClr val="FFFFFF"/>
                </a:solidFill>
                <a:latin typeface="Georgia"/>
                <a:cs typeface="Georgia"/>
              </a:rPr>
              <a:t>	</a:t>
            </a:r>
            <a:r>
              <a:rPr dirty="0" sz="3900" spc="300" i="1">
                <a:solidFill>
                  <a:srgbClr val="FFFFFF"/>
                </a:solidFill>
                <a:latin typeface="Georgia"/>
                <a:cs typeface="Georgia"/>
              </a:rPr>
              <a:t>Interface</a:t>
            </a:r>
            <a:endParaRPr sz="3900">
              <a:latin typeface="Georgia"/>
              <a:cs typeface="Georg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576522" y="8501040"/>
            <a:ext cx="313499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355">
                <a:solidFill>
                  <a:srgbClr val="FFFFFF"/>
                </a:solidFill>
                <a:latin typeface="SimSun"/>
                <a:cs typeface="SimSun"/>
              </a:rPr>
              <a:t>實際遊戲操作介面</a:t>
            </a:r>
            <a:endParaRPr sz="3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860" y="1728290"/>
              <a:ext cx="7915274" cy="404812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9860" y="6110475"/>
              <a:ext cx="8105774" cy="374332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03585" y="1728290"/>
              <a:ext cx="7734299" cy="43529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03585" y="6223755"/>
              <a:ext cx="7734299" cy="3629024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667485" y="503269"/>
            <a:ext cx="2953385" cy="10007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400" spc="-660">
                <a:solidFill>
                  <a:srgbClr val="3C126A"/>
                </a:solidFill>
                <a:latin typeface="SimSun"/>
                <a:cs typeface="SimSun"/>
              </a:rPr>
              <a:t>參考遊戲</a:t>
            </a:r>
            <a:endParaRPr sz="6400">
              <a:latin typeface="SimSun"/>
              <a:cs typeface="SimSu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barry Lin</dc:creator>
  <cp:keywords>DAGzwWayvuE,BAEyms04sc8,0</cp:keywords>
  <dc:title>s1411322045_多媒體系統＿簡報_hw08.ppt</dc:title>
  <dcterms:created xsi:type="dcterms:W3CDTF">2025-11-04T03:05:33Z</dcterms:created>
  <dcterms:modified xsi:type="dcterms:W3CDTF">2025-11-04T03:05:33Z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2025-11-04T00:00:00Z</vt:filetime>
  </property>
  <property fmtid="{D5CDD505-2E9C-101B-9397-08002B2CF9AE}" pid="3" name="Creator">
    <vt:lpwstr>Canva</vt:lpwstr>
  </property>
  <property fmtid="{D5CDD505-2E9C-101B-9397-08002B2CF9AE}" pid="4" name="LastSaved">
    <vt:filetime>2025-11-04T00:00:00Z</vt:filetime>
  </property>
  <property fmtid="{D5CDD505-2E9C-101B-9397-08002B2CF9AE}" pid="5" name="Producer">
    <vt:lpwstr>Canva</vt:lpwstr>
  </property>
</Properties>
</file>