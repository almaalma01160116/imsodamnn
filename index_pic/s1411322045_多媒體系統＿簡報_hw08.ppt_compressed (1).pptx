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barry Lin</dc:creator>
  <cp:keywords>DAGzwWayvuE,BAEyms04sc8,0</cp:keywords>
  <dc:title>s1411322045_多媒體系統＿簡報_hw08.ppt</dc:title>
  <dcterms:created xsi:type="dcterms:W3CDTF">2025-11-11T02:59:46Z</dcterms:created>
  <dcterms:modified xsi:type="dcterms:W3CDTF">2025-11-11T02:59:46Z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2025-11-11T00:00:00Z</vt:filetime>
  </property>
  <property fmtid="{D5CDD505-2E9C-101B-9397-08002B2CF9AE}" pid="5" name="Producer">
    <vt:lpwstr>iLovePDF</vt:lpwstr>
  </property>
</Properties>
</file>